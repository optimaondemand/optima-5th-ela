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28, Day 3, Week 28 — Chapter 12: Bullwhip.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The miners of Hangtown have heard a story about a stranger who knocked a road agent nineteen feet uphill. They have given this stranger a name: Bullwhip. They have accepted him instantly. What does this tell us about what life in the diggings valued? And what does Praiseworthy do with this reputation?
Spelling SWYK: I will spell all eight transitions and use five in a paragraph about Praiseworthy.
Vocabulary: I will match words to definitions.
Reading: I will analyze how Chapter 12 develops theme through character and nickname.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"however praiseworthy had tried to correct the miners exaggerated story they preferred the tall tale therefore he accepted the nickname consequently he was known throughout hangtown as bullwhip"
Corrected: "However, Praiseworthy had tried to correct the miners’ exaggerated story; they preferred the tall tale. Therefore, he accepted the nickname. Consequently, he was known throughout Hangtown as Bullwhip."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"however praiseworthy had tried to correct the miners exaggerated story they preferred the tall tale therefore he accepted the nickname consequently he was known throughout hangtown as bullwhip"
Corrected: "However, Praiseworthy had tried to correct the miners’ exaggerated story; they preferred the tall tale. Therefore, he accepted the nickname. Consequently, he was known throughout Hangtown as Bullwhip."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Is there a stronger, more specific word I could use instead of a vague 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match_game.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content — this novel uses explain/tap-to-notice practice rather than a scored quiz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Transitions — Use &amp; SWYK. Graded SWYK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Six Weeks with By the Great Horn Spoon! — Week 28 — Chapter 12: Bullwhip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in the Reading tab as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LITERARY RESPONSE
Focus: Revise and strengthen your evidence — add transition words
Task: Draft your literary response. Make a clear theme claim and support it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B8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Great Horn Spoon!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 — Chapter 12: Bullwhip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⛏️  Week 28  ·  Grit, Wit &amp; Adventure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miners of Hangtown have heard a story about a stranger who knocked a road agent nineteen feet uphill. They have given this stranger a name: Bullwhip. They have accepted him instantly. What does this tell us about what life in the diggings valued? And what does Praiseworthy do with this reputation?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SWYK: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spell all eight transitions and use five in a paragraph about Praiseworthy.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📚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match words to definitions.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how Chapter 12 develops theme through character and nickname.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should not have been called Bullwhip; nevertheless , he gave up trying to explain and played along.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nevertheless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Nevertheless = despite what just came before. It shows a contrast or concession. Semicolon before; comma after — correct transition punctuation.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praiseworthy had tried to correct the miners exaggerated story they preferred the tall tale therefore he accepted the nickname consequently he was known throughout hangtown as bullwhip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praiseworthy had tried to correct the miners exaggerated story they preferred the tall tale therefore he accepted the nickname consequently he was known throughout hangtown as bullwhip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Praiseworthy had tried to correct the miners’ exaggerated story; they preferred the tall tale. Therefore, he accepted the nickname. Consequently, he was known throughout Hangtown as Bullwhip.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earns the nickname 'Bullwhip' for a feat of strength. Does a nickname like that change who a person actually is, or just how others see them? Defend your answer with evidence from Chapter 12.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earns the nickname 'Bullwhip' for a feat of strength. Does a nickname like that change who a person actually is, or just how others see them? Defend your answer with evidence from Chapter 12.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stronger, more specific word I could use instead of a vague one?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fort + val/valid — Use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03504"/>
          </a:xfrm>
          <a:prstGeom prst="roundRect">
            <a:avLst>
              <a:gd name="adj" fmla="val 1515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journal: Write 3 sentences about Praiseworthy’s character using at least one fort word and one val/valid word. Both roots should be underlined.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fortitude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courage in bearing difficulty or pain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bravery, especially in the face of danger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being sound, true, and defensible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highwayman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armed robber who attacks travelers on roads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exasperation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annoyance; being driven almost beyond patience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Abstract Noun Endings — 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journal: Write the opening paragraph of your literary response. Use at least three abstract nouns formed with –ity, –ment, or –ness. Underline each one.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Spelling — Transitions — Use &amp; SWYK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words and phrases connect ideas in literary response writing. They tell the reader how one idea relates to the next.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— contrast or limit an idea Therefore — show a logical conclusion Furthermore — add a related point Meanwhile — show simultaneous events Nevertheless — contrast despite what came before Consequently — show a result or effect In contrast — set two things against each other As a result — show what followed from an action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rule: When these begin a sentence or clause, they are followed by a comma: However, Praiseworthy remained calm. When they connect two independent clauses, use a semicolon before and a comma after: The ruffians held the stage; nevertheless, Praiseworthy did not flinch.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2666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9816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Spelling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eight transitions/phrases correctly spelled. Then write a short paragraph (4–6 sentences) about Praiseworthy’s role in the novel using at least five of them correctly placed and punctuated. Underline each transition.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5214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with By the Great Horn Spoon! — Week 28 — Chapter 12: Bullwhip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3969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 — Chapter 12: Bullwhip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READING 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067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Reading Focus Chapter 12 is a quiet chapter that carries enormous emotional weight. Walking home barefoot through the pine trees, Jack asks Praiseworthy about Aunt Arabella — and stumbles into the heart of what their whole journey is about. Then the town greets them with a legend. Praiseworthy, who values honesty and precision above almost everything else, decides to accept the exaggerated story. Watch for what this decision reveals about who he has become.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— Read: Chapter 12 — “Bullwhip”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wonders about Aunt Arabella’s picture in Praiseworthy’s carpetbag. Praiseworthy says he has “no right to it” — then Jack thinks he knows the truth. What is the truth Jack thinks he understands — and what does it reveal about Praiseworthy’s deeper motivation for this whole journey?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3969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miners of Hangtown give Praiseworthy the nickname “Bullwhip.” He tries to correct their story — then stops and accepts it, even adds to it. What does this change of approach reveal about how Praiseworthy has adapted to life in the gold fields?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2724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Chapter 12, Jack and Praiseworthy have new names: Bullwhip and Jamoka Jack. Looking back over Chapters 10–12, explain how these three chapters together develop the theme of how character reveals itself under pressure . Use one specific moment from each chapter.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LITERARY RESPONSE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and strengthen your evidence — add transition words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literary response. Make a clear theme claim and support it with evidence.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2026-07-13T17:56:39Z</dcterms:created>
  <dcterms:modified xsi:type="dcterms:W3CDTF">2026-07-13T17:56:39Z</dcterms:modified>
</cp:coreProperties>
</file>