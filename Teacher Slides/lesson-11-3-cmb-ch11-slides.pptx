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slide: Week 11, Day 3, Chapter 11 — What Next?.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Q: Today you read Chapter 11 and continue drafting your expository research piece. Keep asking: How do events in this chapter develop Nat’s character?
Morphology: Use geo/terr roots in original sentences about navigation.
Spelling SWYK: Spell schwa words correctly and use them accurately.
Grammar: Use correct subject-verb agreement in a revised passage.
Reading: Chapter 11 — What Next?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this lens aloud before students open their 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answer needed — tap-and-notice only. Discuss why each highlighted word/punctuation mark is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Fix-it: "the charts and calculations of a skilled navigator helps the captain find his position at sea"
Corrected: "The charts and calculations of a skilled navigator help the captain find his position at sea."
Fixes: capitalize “The”; subject is “charts and calculations” (compound = plural) → “help.”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Fix-it: "the charts and calculations of a skilled navigator helps the captain find his position at sea"
Corrected: "The charts and calculations of a skilled navigator help the captain find his position at sea."
Fixes: capitalize “The”; subject is “charts and calculations” (compound = plural) → “help.”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routine — use if time allows. Read the prompt aloud. Remind students: pick a side, defend with evidence, anticipate disagreement.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Remind: choose a side, defend with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Focus: Is there a stronger, more specific word I could use here instead of a vague 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3-4 students. Encourage respectful disagreement about their choice/defense.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practice for the day. Practice only today — not the graded strand.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mode: Use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Reflection/journal-based grammar task today — no quiz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focus: 🔤 Spelling SWYK: Use Schwa Words Correctly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Tracker: Six Weeks with Carry On, Mr. Bowditch — 📍 You are here: Week 11 — Chapter 11 — What Next?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 — students answer these after reading, in the Assignment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Connection — DRAFT: Draft your first body section
Focus: Your introduction is written. Now the first body section. Every body section has the same structure: topic sentence → Fact → Explanation → Significance. Today you build it piece by piece.
Before: BEFORE Alex’s attempt without structure: Nat studied a lot in the chandlery. He filled many notebooks. This shows he was dedicated.
After: AFTER Alex’s F+E+S version: Topic: One quality that made Bowditch extraordinary was his commitment to self-education despite having no time, money, or formal schooling. Fact: For nine years at Ropes and Hodges, he stayed up after the chandlery closed, filling notebook after notebook with everything he could learn — navigation, Latin, algebra, astronomy. Explanation: This kind of sustained effort, night after night for nearly a decade, is not ordinary intelligence — it is disciplined character. Significance: It proves the claim because his knowledge came not from privilege but from choice, which is exactly what made it possible for him to later teach it to others.
Notice: Notice: Alex’s “before” has the right facts but no structure. The F+E+S version transforms three weak sentences into a complete argument. The significance sentence directly ties back to the claim.
Tool: Today’s Tool: F+E+S Builder (Body 1) — Build your Body 1 piece by piece using the four-part structure.
Frames: “One quality that made Bowditch extraordinary was ___.” | “For ___ years/chapters, he ___, showing that ___.” | “This matters because it proves that ___, which is exactly the kind of person who could...”
Prompt: Write your full Body 1 section using F+E+S: Topic sentence → Fact → Explanation → Significance. This is your key piece of evidence for your first body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 ·  DAY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On, Mr. Bowditch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11 — What Next?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Week 11  ·  Virtue: Perseverance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Objectives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read Chapter 11 and continue drafting your expository research piece. Keep asking: How do events in this chapter develop Nat’s character?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LESSON...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35915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🌱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geo/terr roots in original sentences about navigation.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3090672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316382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🔤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SWYK: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 schwa words correctly and use them accurately.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" y="3895344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9684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✏️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correct subject-verb agreement in a revised passage.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" y="4700016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47731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📖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11 — What Next?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What Good Readers 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READING LENS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051560"/>
          </a:xfrm>
          <a:prstGeom prst="roundRect">
            <a:avLst>
              <a:gd name="adj" fmla="val 869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sea for the first time, Nat has to put everything he learned in the chandlery — mathematics, navigation, astronomy — into actual use. Good readers notice when a character has a moment of integration : when everything they’ve been building finally comes together into something real.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WATCH FOR THIS AS YOU READ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67919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Nat do aboard the Henry that he was never asked to do? Why?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331927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339242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 the other sailors react to Nat’s mathematical skill? What does this tell you about what was missing before?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403250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4105656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Latham has been building toward this moment since Chapter 5. How does Chapter 11 pay off what began in those ash-breeze years?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Daily Oral Language — Study What's Right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TAP TO NOTICE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Nat's skill with logarithms and celestial observations amazes the sailors aboard the Henry.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TAPPED WORD TEACHES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377440"/>
            <a:ext cx="8412480" cy="512064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432304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Nat's skill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“skill” (singular). The phrase “with logarithms and celestial observations” is an intervening prepositional phrase.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953512"/>
            <a:ext cx="8412480" cy="512064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3008376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amazes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“amazes” agrees with the singular subject “skill.”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529584"/>
            <a:ext cx="8412480" cy="512064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58444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sailors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“sailors” is the object of “amazes” — not the subject. The subject is “skill.”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188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charts and calculations of a skilled navigator helps the captain find his position at sea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188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charts and calculations of a skilled navigator helps the captain find his position at sea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2468880"/>
            <a:ext cx="8412480" cy="1371600"/>
          </a:xfrm>
          <a:prstGeom prst="roundRect">
            <a:avLst>
              <a:gd name="adj" fmla="val 6667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5603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8346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charts and calculations of a skilled navigator help the captain find his position at sea.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33101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Fixes: capitalize “The”; subject is “charts and calculations” (compound = plural) → “help.”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Quick Write (Optional)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1463040"/>
          </a:xfrm>
          <a:prstGeom prst="roundRect">
            <a:avLst>
              <a:gd name="adj" fmla="val 625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89888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that Nat is free, which is the bigger question for him: what to do next, or who he has become? Defend your answer with evidence from Chapter 11.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SCAFFOLD (USE WHAT HELPS)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21868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think...   →   because...   →   One piece of evidence is...   →   This matters because...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804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that Nat is free, which is the bigger question for him: what to do next, or who he has become? Defend your answer with evidence from Chapter 11.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2743200"/>
            <a:ext cx="6035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737360" y="283464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if you need it:
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think...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because...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evidence is...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matters because...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20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🔍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one deliberate decision, not a full edit pass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88720" y="201168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71600" y="208483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revision check: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stronger, more specific word I could use here instead of a vague one?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= improving ideas. Editing = fixing conventions. Pick ONE thing.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🗣️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0058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thinking!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219456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011680" y="2286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share, or paste your writing in the chat.
</a:t>
            </a:r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disagree with a classmate's choice, say so respectfully — that's part of the thinking.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Use geo and terr in Context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terrestrial · geography · terrain · geology · Mediterranean · territory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 — Use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blank with 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his exact position, Nat took a careful ___ of the sun at noon.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6479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___ of a merchant vessel managed all the cargo and commercial business of the voyage.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232257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377440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navigator must know both latitude and ___ to pinpoint a ship’s location.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299008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 globes show land and ocean; celestial globes show the stars.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 — ✏️ Grammar: Revise for Correct Agreement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— rewrite the paragraph correctly in your journal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📓 REFLECT IN YOUR READING JOURNAL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8412480" cy="1463040"/>
          </a:xfrm>
          <a:prstGeom prst="roundRect">
            <a:avLst>
              <a:gd name="adj" fmla="val 625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4630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“along with” / “as well as” = phrases that do NOT make the subject plural. Subject remains the singular noun before the phrase.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Spelling — 🔤 Spelling SWYK: Use Schwa Words Correctly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What You Know — spell and use academic words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34440"/>
            <a:ext cx="8046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🫖 Show What You Know · Spelling
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three words from the list: navigation · terrestrial · calculation · observation · territory . For each word: (1) write it correctly, (2) mark its syllable breaks with dots, (3) underline the schwa syllable, (4) write a sentence using the word correctly in the context of navigation or Nat’s world.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Reading Focus + Story Journey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STORY JOURNEY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Weeks with Carry On, Mr. Bowditch — 📍 You are here: Week 11 — Chapter 11 — What Next?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65760" y="197510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ARE READING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304288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11 — What Next?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" y="2999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KEEP YOUR READING LENS IN MIND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1280160"/>
          </a:xfrm>
          <a:prstGeom prst="roundRect">
            <a:avLst>
              <a:gd name="adj" fmla="val 7143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46704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Nat do aboard the Henry that he was never asked to do? Why?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the other sailors react to Nat’s mathematical skill? What does this tell you about what was missing before?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Comprehension Questions — Preview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ANSWER (PART A)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70432"/>
            <a:ext cx="8046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Chapter 11, Nat teaches the sailors how to use logarithms and navigate by observation. Nobody asked him to. Explain: (a) what he teaches, (b) why he does it, (c) how it contributes to the plot and character development.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084832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2157984"/>
            <a:ext cx="8046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chapter is the payoff of nine years. Connect one specific event from Chapter 11 back to a specific moment from Chapters 5, 6, 7, or 8. Explain the cause-and-effect: how did that earlier moment make this later one possible?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72384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3145536"/>
            <a:ext cx="8046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chapter is titled ‘What Next?’ Based on all you’ve read through Chapter 11, what do you think Nat’s answer to that question is — not just as a career choice, but as a life philosophy?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Writing Connection — Research Essay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4124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STAGE: DRAFT  ·  Draft your first body section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introduction is written. Now the first body section. Every body section has the same structure: topic sentence → Fact → Explanation → Significance. Today you build it piece by piece.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👀 WATCH HOW ALEX DOES 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29968"/>
            <a:ext cx="4114800" cy="1051560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084832"/>
            <a:ext cx="38404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Alex’s attempt without structure: Nat studied a lot in the chandlery. He filled many notebooks. This shows he was dedicated.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2029968"/>
            <a:ext cx="4114800" cy="1051560"/>
          </a:xfrm>
          <a:prstGeom prst="roundRect">
            <a:avLst>
              <a:gd name="adj" fmla="val 8696"/>
            </a:avLst>
          </a:prstGeom>
          <a:solidFill>
            <a:srgbClr val="EAF6FA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00600" y="2084832"/>
            <a:ext cx="38404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Alex’s F+E+S version: Topic: One quality that made Bowditch extraordinary was his commitment to self-education despite having no time, money, or formal schooling. Fact: For nine years at Ropes and Hodges, he stayed up after the chandlery closed, filling notebook after notebook with everything he could learn — navigation, Latin, algebra, astronomy. Explanation: This kind of sustained effort, night after night for nearly a decade, is not ordinary intelligence — it is disciplined character. Significance: It proves the claim because his knowledge came not from privilege but from choice, which is exactly what made it possible for him to later teach it to others.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31272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Alex’s “before” has the right facts but no structure. The F+E+S version transforms three weak sentences into a complete argument. The significance sentence directly ties back to the claim.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363931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TODAY’S TOOL: F+E+S BUILDER (BODY 1)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877056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922776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Body 1 piece by piece using the four-part structure.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NOW YOU TRY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681728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470001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full Body 1 section using F+E+S: Topic sentence → Fact → Explanation → Significance. This is your key piece of evidence for your first body section.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2026-07-13T16:49:17Z</dcterms:created>
  <dcterms:modified xsi:type="dcterms:W3CDTF">2026-07-13T16:49:17Z</dcterms:modified>
</cp:coreProperties>
</file>