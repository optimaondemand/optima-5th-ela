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8, Day 1, Chapter 9 — The Scarlet Deluge.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What does it mean to be the best at something—and what can that pride cost you?
Reading: I will define how the author introduces Johnny as a character through setting and behavior.
Grammar: I will define what an appositive is and find examples from the novel.
Spelling: I will define the Latin roots dict (say) and scrib/script (write) and build word families.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lens aloud before students open their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 needed — tap-and-notice only. Discuss why each highlighted word/punctuation mark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patriot and merchant of the town refused to let british soldier unload the ship at the docks"
Corrected: "The boy, a talented silversmith, worked in Mr. Lapham’s shop on Hancock’s Wharf in Boston."
Errors to fix: Mr Revere needs a possessive apostrophe (Mr. Revere’s). artisans meetin should be artisans’ meeting . bostons is a proper possessive—it should be Boston’s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patriot and merchant of the town refused to let british soldier unload the ship at the docks"
Corrected: "The boy, a talented silversmith, worked in Mr. Lapham’s shop on Hancock’s Wharf in Boston."
Errors to fix: Mr Revere needs a possessive apostrophe (Mr. Revere’s). artisans meetin should be artisans’ meeting . bostons is a proper possessive—it should be Boston’s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optional routine — use it if time allows. Read the prompt aloud. Remind students: pick a side, defend it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5-minute timer. Remind: choose a side, defend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Could I combine two of these sentences?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3-4 students. Encourage respectful disagreement about their choice/defense.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 Practice only today — not the graded strand.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mode: Decode &amp; Discover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answers yet — students discuss and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revealed — correct labels in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🔠 Spelling: Possessives vs. Plurals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Tracker: Johnny’s Path Through Johnny Tremain — 📍 You are here: Chapter 9 — The Scarlet Deluge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after reading, in the Assignment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Connection — argument-writing arc. Stage: (n/a). Focus: Learn what a CLAIM is and write one about Johnny.
Prompt: Write a claim about Johnny based on Chapter 5. Write one strong claim sentence. Take a position—don’t just describe what happened. A reader should be able to agree or disagree with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C7922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Johnny Tremain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— The Scarlet Deluge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Week 8  ·  Virtue: Integrity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to be the best at something—and what can that pride cost you?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774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define how the author introduces Johnny as a character through setting and behavior.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2004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define what an appositive is and find examples from the novel.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93192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0233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🔤  </a:t>
            </a:r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define the Latin roots dict (say) and scrib/script (write) and build word families.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What Good Readers 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READING LENS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0432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pay attention to how a story introduces its main character. Today, ask yourself: What does Johnny value most? How does his talent shape the way he treats others? What hints does the author give that this pride might cause problems?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WATCH FOR THIS AS YOU READ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679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does the author show you who is in charge among the three apprentices without simply telling you?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31927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9242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Johnny’s mother told him a secret about the Lyte family. Why has Johnny kept this secret—and from whom?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Rab’s calm voice never revealed the Liberty’s plans, even when soldiers pressed him for answers at the Dragon.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WORD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3230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Rab’s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“Rab’s” is a singular possessive noun. Rule 1: add ’s to a singular noun.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953512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00837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Liberty’s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“Liberty’s” is a singular possessive noun. Singular noun + ’s = possessive.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29584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58444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“Dragon” is a proper noun—it is part of the tavern's name. Capital letter.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patriot and merchant of the town refused to let british soldier unload the ship at the docks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patriot and merchant of the town refused to let british soldier unload the ship at the docks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boy, a talented silversmith, worked in Mr. Lapham’s shop on Hancock’s Wharf in Boston.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to fix: Mr Revere needs a possessive apostrophe (Mr. Revere’s). artisans meetin should be artisans’ meeting . bostons is a proper possessive—it should be Boston’s 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Quick Write (Optional)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Paul Revere's spy network in Chapter 9 more impressive — how carefully it stays secret, or how effectively it moves information? Defend your choice with evidence from the chapter.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SCAFFOLD (USE WHAT HELPS)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272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   →   because...   →   One piece of evidence is...   →   This matters because...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Writing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Paul Revere's spy network in Chapter 9 more impressive — how carefully it stays secret, or how effectively it moves information? Defend your choice with evidence from the chapter.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74320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28346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if you need it: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because...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evidence is...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because...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Revise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one deliberate decision, not a full edit pass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01168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0848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check: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 combine two of these sentences?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= improving ideas. Editing = fixing conventions. Pick ONE thing.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🗣️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thinking!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share, or paste your writing in the chat.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disagree with a classmate's choice, say so respectfully — that's part of the thinking.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Morphology: Prefixes sub- and inter-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prefix sub- comes from Latin and means “under” or “below.” | The prefix inter- comes from Latin and means “between” or “among.” | sub merge — to go completely under water | sub marine — a vessel that travels below the sea | inter cept — to stop something between sender and receiver | inter vene — to come between two people or situations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190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286000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Singular noun: add ’s → Rab’s musket • Johnny’s hand • the shop’s forge | Rule 2 — Plural noun ending in -s: add ’ only → the soldiers’ boots • the horses’ saddles | Rule 3 — Plural noun NOT ending in -s: add ’s → the children’s voices • the men’s coats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98064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52928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(just more than one, no apostrophe): soldiers, horses, ships, artisans | POSSESSIVE (something belongs to it, add apostrophe): soldier’s boots, horse’s saddle, ship’s cargo | Watch out for the tricky middle case: | “ soldiers ” = a group of soldiers (plural) | “ soldier’s orders ” = one soldier’s orders (singular possessive) | “ soldiers’ orders ” = orders given to many soldiers (plural possessive)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Vocabulary — Decode &amp; Discover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from Chapter 9 · Decode &amp; Discover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urgent message sent quickly on a mission; also, to send someone off quickly for a specific purpose.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3794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regiment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unit of soldiers, usually several hundred men, commanded by a colonel.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2374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rebellion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organized attempt to overthrow or resist the people in power. The colonists were told their meetings were rebellion.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20954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kept hidden and shared only with trusted people. The spy network depended on keeping its meetings secret.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✏️ Grammar: Possessive Nouns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· Apostrophe rules for ownership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Singular noun: add ’s → Rab’s musket • Johnny’s hand • the shop’s forge Rule 2 — Plural noun ending in -s: add ’ only → the soldiers’ boots • the horses’ saddles Rule 3 — Plural noun NOT ending in -s: add ’s → the children’s voices • the men’s coats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922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heard the soldiers’ boots on the cobblestones, not the soldiers’s boots.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52374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Rab’s steady voice never showed fear, but Rabs’ did not either.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25526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men’s coats were dark against the November sky—not the mens’ 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✏️ Grammar: Possessive Nouns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· Apostrophe rules for ownership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Singular noun: add ’s → Rab’s musket • Johnny’s hand • the shop’s forge Rule 2 — Plural noun ending in -s: add ’ only → the soldiers’ boots • the horses’ saddles Rule 3 — Plural noun NOT ending in -s: add ’s → the children’s voices • the men’s coats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922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heard the soldiers’ boots on the cobblestones, not the soldiers’s boots.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the soldiers’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52374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Rab’s steady voice never showed fear, but Rabs’ did not either.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Rab’s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25526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men’s coats were dark against the November sky—not the mens’ 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The men’s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Spelling — 🔠 Spelling: Possessives vs. Plurals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· Apostrophe = ownership; no apostrophe = just more than 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(apostrophe)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Rab’s  ·  Johnny’s  ·  Warren’s  ·  Smith’s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(no apostrophe)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50876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horses  ·  artisans  ·  soldiers  ·  patriots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 Focus + Story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C7922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Johnny’s Path Through Johnny Tremain — 📍 You are here: Chapter 9 — The Scarlet Deluge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751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ARE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04288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— The Scarlet Deluge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KEEP YOUR READING LENS IN MIND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46704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author show you who is in charge among the three apprentices without simply telling you?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Johnny’s mother told him a secret about the Lyte family. Why has Johnny kept this secret—and from whom?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Questions — Preview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 (PART 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Paul Revere’s spy network in Chapter 9 work? What makes it effective, and why must it remain secret?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579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Dove accidentally reveal to Johnny about Colonel Smith’s campaign saddle, and why is this information so important to the Sons of Liberty?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72384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45536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Otis says the colonists fight for “a simple thing—only that a man can stand up.” What do you think he means? Use a detail from the chapter to support your answer.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Connection — Argument Writing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ARGUMENT-WRITING ARC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029968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1115568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1115568"/>
            <a:ext cx="2029968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2496312" y="1115568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115568"/>
            <a:ext cx="2029968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115568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675120" y="1115568"/>
            <a:ext cx="2029968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702552" y="1115568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1783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8412480" cy="603504"/>
          </a:xfrm>
          <a:prstGeom prst="roundRect">
            <a:avLst>
              <a:gd name="adj" fmla="val 151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08483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what a CLAIM is and write one about Johnny.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743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SENTENCE FRAMES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9923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054096"/>
            <a:ext cx="8046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claim about Johnny based on Chapter 5. Write one strong claim sentence. Take a position—don’t just describe what happened. A reader should be able to agree or disagree with you.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8587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NOW YOU TRY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169664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claim about Johnny based on Chapter 5. Write one strong claim sentence. Take a position—don’t just describe what happened. A reader should be able to agree or disagree with you.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2026-07-12T13:39:52Z</dcterms:created>
  <dcterms:modified xsi:type="dcterms:W3CDTF">2026-07-12T13:39:52Z</dcterms:modified>
</cp:coreProperties>
</file>