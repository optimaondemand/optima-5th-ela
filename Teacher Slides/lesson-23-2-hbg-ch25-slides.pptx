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23, Day 2, Chapter 25 — A Day of Death. Historical content note: this novel is narrated by a Choctaw boy during the Trail of Tears / removal era — handle with the same care as the source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Isaac tells you on the first page that he is already a ghost. How does knowing the ending change how you feel as you read the beginning?
Reading: I will analyze Isaac's first-person narrative voice in Chapter 1.
Grammar: I will identify appositives in sentences from Chapter 1.
Spelling: I will sort historical vocabulary words by syllable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"naomi was steadfast she had never lost herself she endured captivity and still she was choctaw"
Corrected: "Naomi, who had endured captivity without losing herself, remained steadfast — still Choctaw."
Relative clause: “who had endured captivity without losing herself.” Em dash for emphasis on the final short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"naomi was steadfast she had never lost herself she endured captivity and still she was choctaw"
Corrected: "Naomi, who had endured captivity without losing herself, remained steadfast — still Choctaw."
Relative clause: “who had endured captivity without losing herself.” Em dash for emphasis on the final short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poem aloud. Give students a moment to notice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Could I combine two of these sentences to make my thinking clearer?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review — same word set practiced across the week (match/identify game).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tap/discuss and guess the appositive.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word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Open &amp; Closed Syllables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— Reader / Writer / Mimic. Read the sentence aloud, then work through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Isaac’s Path — 📍 Chapter 25 — A Day of Death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DRAFT WITH SUPPORT
Focus: Publish Narrative/Literary Analysis Piece
Task: Today is the Draft with support stage. Write the first draft of your final piece. This is not just polishing — it is writing toward completion. Use what you’ve learned this year: strong verbs, clear pronouns, precise imagery, sentence variety.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6F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23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Became a Ghost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 — A Day of Death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Week 23  ·  Courage &amp; Remembrance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tells you on the first page that he is already a ghost. How does knowing the ending change how you feel as you read the beginning?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Isaac's first-person narrative voice in Chapter 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appositives in sentences from Chapter 1.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sort historical vocabulary words by syllable count.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554480"/>
          </a:xfrm>
          <a:prstGeom prst="roundRect">
            <a:avLst>
              <a:gd name="adj" fmla="val 58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the difference between watching and witnessing. Watching is passive; witnessing is active — it means taking responsibility for what you see. As you read Chapter 25: what does Isaac witness? And how does his ghost perspective change what it means for someone to see these things?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who had once been a living boy, now moved freely through the soldiers’ camp.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off by commas.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pronoun.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boy,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closes the clause.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1363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959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verb.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42569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4714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soldiers’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was steadfast she had never lost herself she endured captivity and still she was choctaw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 was steadfast she had never lost herself she endured captivity and still she was choctaw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Naomi, who had endured captivity without losing herself, remained steadfast — still Choctaw.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clause: “who had endured captivity without losing herself.” Em dash for emphasis on the final short phrase.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Poetry Corner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2331720"/>
          </a:xfrm>
          <a:prstGeom prst="roundRect">
            <a:avLst>
              <a:gd name="adj" fmla="val 3922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Colossus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Emma Lazarus (1883, excerpt)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me your tired, your poor,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huddled masses yearning to breathe free,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wretched refuse of your teeming shore.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 these, the homeless, tempest-tossed, to me: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lift my lamp beside the golden door.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310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THINK ABOUT THIS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56616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65760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poem was written about immigration to America. The Choctaw people were forced to walk to “a new home” — but that home was taken from them without consent. How does this poem’s language fit — and fail to fit — the Choctaw experience? What does “breathe free” mean in Isaac’s story?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 is called 'A Day of Death.' Which is harder for the people who survive: witnessing death, or continuing on afterward? Defend your answer with evidence.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Someone might disagree, but...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 is called 'A Day of Death.' Which is harder for the people who survive: witnessing death, or continuing on afterward? Defend your answer with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might disagree, but...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combine two of these sentences to make my thinking clearer?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Roots mem/memor + script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/ memor = memory → memoir, memorial, memorize, commemorate script = write → script, inscription, description, manuscript, prescribe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922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commemorate → Root: mem/memor (memory)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→ Root: script (write)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this week's chapters.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telling the story in their own words.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agreement between governments.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account of events a person lived through.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forced from your homeland.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what will happen in the future.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Grammar: Appositives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Identify — tap the appositive in each sentence.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appositive renames or describes the noun right before it. It is set off with commas on both sides.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Isaac, a ten-year-old Choctaw boy, lived in Mississippi.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76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Jumper, my dog, was always by my side.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7980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Luke, my big brother, left to play stickball.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198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Talk, news from the Nahullos, had come to town.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014216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Show What You Know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sentence: “Isaac’s father, a quiet and dignified man, held Mother’s hand.” What is the appositive? What does it tell you about Isaac’s father?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Spelling: Open &amp; Closed Syllables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 by their first syllable.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syllables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Choctaw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6992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syllables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992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Mississippi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4080" y="1143000"/>
            <a:ext cx="271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syllables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4080" y="1527048"/>
            <a:ext cx="271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RWM — Read · Notice · Try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Soldier's Vow. That is the chapter title — four words. No verb. Just a noun phrase.”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29384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As a Reader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sentence make you see or feel?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6090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715768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As a Writer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that is a noun phrase creates expectation without revealing outcome. It names the moment without explaining it. Four words that carry enormous weight.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44728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02152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Try It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four-word title for a key moment in the novel. No verb. Just the moment, named.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885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frame: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___. ___. ___. ___.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B6FC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Isaac’s Path — 📍 Chapter 25 — A Day of Death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25 — A Day of Death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the difference between watching and witnessing. Watching is passive; witnessing is active — it means taking responsibility for what you see. As you read Chapter 25: what does Isaac witness? And how does his ghost perspective change what it means for someone to see these things?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specific deaths or suffering does Isaac witness in Chapter 25? How does Tingle write these moments?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ghost walkers grow in number. What does this growing number mean for the story’s argument about history? What is Tingle saying about whether the dead are forgotten?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is telling this story — he is the narrator, the witness, the voice. Why does Tingle choose a ghost as his narrator? What can a ghost see, say, and do that a living narrator cannot?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DRAFT WITH SUPPORT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Narrative/Literary Analysis Piece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the Draft with support stage. Write the first draft of your final piece. This is not just polishing — it is writing toward completion. Use what you’ve learned this year: strong verbs, clear pronouns, precise imagery, sentence variety.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2026-07-13T17:32:03Z</dcterms:created>
  <dcterms:modified xsi:type="dcterms:W3CDTF">2026-07-13T17:32:03Z</dcterms:modified>
</cp:coreProperties>
</file>