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28, Day 1, Week 28 — Chapter 10: The Rogue Out-Rogued.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Praiseworthy sits across from a man who has stolen, cheated, and threatens violence — and he takes a nap . He is not reckless. He is not afraid. He is thinking. Then he acts exactly when it matters. Chapter 10 shows the difference between bravery and foolishness.
Morphology SWYK: I will define roots fort and val/valid and connect them to the novel.
Grammar: I will identify abstract noun endings –ity, –ment, –ness.
Reading: I will analyze how Praiseworthy outsmarts Cut-Eye Higgins in Chapter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"praiseworthy's calmness (–ness) in the face of the robbery was remarkable it was an act of great boldness (–ness) but he showed no excitement (–ment) at all because he had a plan"
Corrected: "Praiseworthy’s calmness in the face of the robbery was remarkable. It was an act of great boldness, but he showed no excitement at all — because he had a plan."
Fixes: capitalize Praiseworthy ; period after remarkable (new sentence); comma after boldness ; em dash before because for dramatic emphasis; all three underlined abstract nouns correctly spelled with their –ness/–ment suffixes.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"praiseworthy's calmness (–ness) in the face of the robbery was remarkable it was an act of great boldness (–ness) but he showed no excitement (–ment) at all because he had a plan"
Corrected: "Praiseworthy’s calmness in the face of the robbery was remarkable. It was an act of great boldness, but he showed no excitement at all — because he had a plan."
Fixes: capitalize Praiseworthy ; period after remarkable (new sentence); comma after boldness ; em dash before because for dramatic emphasis; all three underlined abstract nouns correctly spelled with their –ness/–ment suffixes.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Did I use a capital letter at the start of each sentence?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 Word Study SWYK strand today: Morphology.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flip_cards.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content — this novel uses explain/tap-to-notice practice rather than a scored quiz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Transitions &amp; Introductory Phrases.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Six Weeks with By the Great Horn Spoon! — Week 28 — Chapter 10: The Rogue Out-Rogued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in the Reading tab as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LITERARY RESPONSE
Focus: Draft your theme claim — what is Fleischman really saying?
Task: Draft your literary response. Make a clear theme claim and support it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B8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Great Horn Spoon!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 — Chapter 10: The Rogue Out-Rogued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⛏️  Week 28  ·  Grit, Wit &amp; Adventure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sits across from a man who has stolen, cheated, and threatens violence — and he takes a nap . He is not reckless. He is not afraid. He is thinking. Then he acts exactly when it matters. Chapter 10 shows the difference between bravery and foolishness.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🌱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SWYK: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define roots fort and val/valid and connect them to the novel.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abstract noun endings –ity, –ment, –ness.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how Praiseworthy outsmarts Cut-Eye Higgins in Chapter 10.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pulled the glove off each finger, carefully but casually , and held up his bare hand.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casually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adverb casually modifies how he pulled off the glove — it shows us his composure. The gold dust stayed inside the glove fingers precisely because he acted so normally. This is the key to the whole scene.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praiseworthy's calmness (–ness) in the face of the robbery was remarkable it was an act of great boldness (–ness) but he showed no excitement (–ment) at all because he had a 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praiseworthy's calmness (–ness) in the face of the robbery was remarkable it was an act of great boldness (–ness) but he showed no excitement (–ment) at all because he had a 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Praiseworthy’s calmness in the face of the robbery was remarkable. It was an act of great boldness, but he showed no excitement at all — because he had a plan.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capitalize Praiseworthy ; period after remarkable (new sentence); comma after boldness ; em dash before because for dramatic emphasis; all three underlined abstract nouns correctly spelled with their –ness/–ment suffixes.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out-rogues a dangerous, threatening man using only words. Is out-thinking someone more impressive than out-fighting them? Defend your answer with evidence from Chapter 10.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out-rogues a dangerous, threatening man using only words. Is out-thinking someone more impressive than out-fighting them? Defend your answer with evidence from Chapter 10.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Roots fort + val/valid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(Latin fortis ) = strong . Words with this root deal with strength — physical or of character.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099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/ valid (Latin valere ) = to be strong or to be worth . Words with this root deal with strength, worth, or value.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768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ify — to make strong; to strengthen defenses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4378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itude — strength and courage in bearing difficulty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1071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838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Morphology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word with the root fort and one with the root val/valid . For each: underline the root, write a definition based on the root, and write one sentence connecting it to a specific moment in Chapters 10–12.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this week’s five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fortitude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courage in bearing difficulty or pain. From Latin fortis (strong). Praiseworthy shows fortitude at every stage of the voyage.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bravery, especially in the face of danger. From Latin valere (to be strong/worth). Praiseworthy's punch in Chapter 10 is an act of valor.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being sound, true, and defensible. From Latin validus . The town’s story about Bullwhip has creative validity — it's exaggerated, but captures something true.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highwayman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armed robber who attacks travelers on public roads. The ruffians who stop the stage in Chapter 10.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exasperation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annoyance or frustration; the feeling of being driven almost beyond patience. Jack’s emotion as Praiseworthy insists on eating lunch before visiting the diggings.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Abstract Noun Endings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–ity, –ment, –ness turn adjectives into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suffixes turn adjectives (or sometimes verbs) into abstract nouns — nouns naming a quality , state , or result rather than a thing you can see or touch.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–ity : transforms adjectives into nouns of quality or degree. valid → valid ity · brave → brav ity · curious → curiosi 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–ment : transforms verbs into nouns of result or process. amaze → amaze ment · achieve → achieve ment · establish → establish ment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Spelling — Transitions &amp; Introductory Phrases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the words that connect ideas in literary writing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words and phrases connect ideas in literary response writing. They tell the reader how one idea relates to the next.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— contrast or limit an idea Therefore — show a logical conclusion Furthermore — add a related point Meanwhile — show simultaneous events Nevertheless — contrast despite what came before Consequently — show a result or effect In contrast — set two things against each other As a result — show what followed from an action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rule: When these begin a sentence or clause, they are followed by a comma: However, Praiseworthy remained calm. When they connect two independent clauses, use a semicolon before and a comma after: The ruffians held the stage; nevertheless, Praiseworthy did not flinch.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5214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with By the Great Horn Spoon! — Week 28 — Chapter 10: The Rogue Out-Rogued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3969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 — Chapter 10: The Rogue Out-Rogued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READING 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067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Reading Focus Chapter 10 shows Praiseworthy at his most resourceful. The threat is real: Cut-Eye Higgins has a pistol. Then the stagecoach is stopped by highwaymen. Praiseworthy uses every tool he has — calm, wit, timing, and finally fury — to protect Jack and their grubstake. Watch how he handles each threat differently, and ask yourself: what reveals character more — how someone acts in danger, or what makes them finally lose their composure?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— Read: Chapter 10 — “The Rogue Out-Rogued”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Cut-Eye Higgins is on the stagecoach, Praiseworthy remains completely calm — he even introduces Higgins to the undertaker by name. What is his strategy, and how does it work?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3969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highway robbery, Praiseworthy removes his gloves “carefully but casually” to show he has no rings — while the gold dust stays inside the glove fingers. How does this one act reveal both his intelligence and his self-control?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2724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is calm during everything — Cut-Eye Higgins, the armed robbery, the outlaw searching the carpetbag. Then a ruffian takes Aunt Arabella’s picture, and Praiseworthy strikes. What does this moment reveal about where his true courage comes from? What does the picture represent?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LITERARY RESPONSE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theme claim — what is Fleischman really saying?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literary response. Make a clear theme claim and support it with evidence.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2026-07-13T17:56:39Z</dcterms:created>
  <dcterms:modified xsi:type="dcterms:W3CDTF">2026-07-13T17:56:39Z</dcterms:modified>
</cp:coreProperties>
</file>