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22, Day 4, Chapter 23 — Naomi and the Bonepickers.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panther it roared loud and it was a big roar and the soldiers they all ran away fast"
Corrected: "The panther roared, and the soldiers fled."
Cut: “it” (redundant), “loud” and “it was a big roar” (redundant with “roared”), “they all” and “fast” (redundant). Strong verbs do the work: “roared” and “fled.”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panther it roared loud and it was a big roar and the soldiers they all ran away fast"
Corrected: "The panther roared, and the soldiers fled."
Cut: “it” (redundant), “loud” and “it was a big roar” (redundant with “roared”), “they all” and “fast” (redundant). Strong verbs do the work: “roared” and “fled.”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23 — Naomi and the Bonepickers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Draft Literary Analysis
Task: Today is the Submit stage. Write the final, polished version of your literary analysis paragraph. Every sentence should be clear, every transition should connect ideas, every pronoun should have a clear antecedent. Then write: what is the difference between a summary and an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22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23 — Naomi and the Bonepickers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22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 character’s story reaches a turning point. In Chapter 23, Naomi’s situation changes. As you read: what changes, and why? What does the arrival of the bonepickers mean for Naomi specifically?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Nonetheless, the ghost walkers held their ground and did not retreat.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Nonetheless,  </a:t>
            </a:r>
            <a:pPr indent="0" marL="0">
              <a:buNone/>
            </a:pPr>
            <a:r>
              <a:rPr lang="en-US" sz="1150" dirty="0">
                <a:solidFill>
                  <a:srgbClr val="1E293B"/>
                </a:solidFill>
                <a:latin typeface="Calibri" pitchFamily="34" charset="0"/>
                <a:ea typeface="Calibri" pitchFamily="34" charset="-122"/>
                <a:cs typeface="Calibri" pitchFamily="34" charset="-120"/>
              </a:rPr>
              <a:t>Contrast transition.</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held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and  </a:t>
            </a:r>
            <a:pPr indent="0" marL="0">
              <a:buNone/>
            </a:pPr>
            <a:r>
              <a:rPr lang="en-US" sz="1150" dirty="0">
                <a:solidFill>
                  <a:srgbClr val="1E293B"/>
                </a:solidFill>
                <a:latin typeface="Calibri" pitchFamily="34" charset="0"/>
                <a:ea typeface="Calibri" pitchFamily="34" charset="-122"/>
                <a:cs typeface="Calibri" pitchFamily="34" charset="-120"/>
              </a:rPr>
              <a:t>FANBOYS.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panther it roared loud and it was a big roar and the soldiers they all ran away fast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panther it roared loud and it was a big roar and the soldiers they all ran away fast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panther roared, and the soldiers fled.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Cut: “it” (redundant), “loud” and “it was a big roar” (redundant with “roared”), “they all” and “fast” (redundant). Strong verbs do the work: “roared” and “fled.”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Still I Rise</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Maya Angelou (1978, excerpt)</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You may write me down in history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With your bitter, twisted lies,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You may trod me in the very dirt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still, like dust, I’ll rise.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Just like moons and like suns,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With the certainty of tides,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Just like hopes springing high,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Still I’ll rise.</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This poem is about refusing to be erased — by history, by cruelty, by those who want to write you out of the story. How do both Naomi and Isaac embody this poem? And how does Tim Tingle, by telling the Choctaw story, make the same claim as Angelou?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meets the bonepickers in this chapter. Is the job of the bonepickers more of a sad duty, or an important act of respect? Defend your answer with evidence from Chapter 23.</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Naomi meets the bonepickers in this chapter. Is the job of the bonepickers more of a sad duty, or an important act of respect? Defend your answer with evidence from Chapter 23.</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23 — Naomi and the Bonepickers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23 — Naomi and the Bonepickers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 character’s story reaches a turning point. In Chapter 23, Naomi’s situation changes. As you read: what changes, and why? What does the arrival of the bonepickers mean for Naomi specifically?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Naomi reach the bonepickers and relative safety? What actions by which characters make this possible?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Naomi’s path to freedom runs through the people who care for the dead. What does Tingle suggest about the relationship between death and liberation? About who protects the living?</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Now that Naomi has reached safety, what remains unresolved? What do you predict will happen in the final chapters (24–29)? Use evidence from Chapters 20–23 to support your prediction.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Draft Literary Analysis</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the final, polished version of your literary analysis paragraph. Every sentence should be clear, every transition should connect ideas, every pronoun should have a clear antecedent. Then write: what is the difference between a summary and an analysis?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