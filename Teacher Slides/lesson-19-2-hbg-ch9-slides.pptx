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19, Day 2, Chapter 9 — Nita and the Ghost Walkers.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"when i finally lifted my right foot the skin tore away"
Corrected: "When I finally lifted my right foot, the skin tore away."
Comma after the dependent clause “When I finally lifted my right foot.” Main clause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"when i finally lifted my right foot the skin tore away"
Corrected: "When I finally lifted my right foot, the skin tore away."
Comma after the dependent clause “When I finally lifted my right foot.” Main clause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9 — Nita and the Ghost Walkers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WITH SUPPORT
Focus: Conflict and Rising Action
Task: Today is the Draft with support stage. Write 3–5 sentences describing the conflict you planned on Day 1. Use at least one transition word or dependent clause opener (with a comma). Show the tension building — don’t resolve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19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9 — Nita and the Ghost Walkers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19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the promises characters make — because promises tell you what a character values. In Chapter 9, Isaac makes an important promise. As you read, ask: what does he promise? What does it cost him? What does it reveal about who he 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When the sleet stopped, the woods were thick on both sides.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When  </a:t>
            </a:r>
            <a:pPr indent="0" marL="0">
              <a:buNone/>
            </a:pPr>
            <a:r>
              <a:rPr lang="en-US" sz="1150" dirty="0">
                <a:solidFill>
                  <a:srgbClr val="1E293B"/>
                </a:solidFill>
                <a:latin typeface="Calibri" pitchFamily="34" charset="0"/>
                <a:ea typeface="Calibri" pitchFamily="34" charset="-122"/>
                <a:cs typeface="Calibri" pitchFamily="34" charset="-120"/>
              </a:rPr>
              <a:t>Dependent clause opener.</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stopped,  </a:t>
            </a:r>
            <a:pPr indent="0" marL="0">
              <a:buNone/>
            </a:pPr>
            <a:r>
              <a:rPr lang="en-US" sz="1150" dirty="0">
                <a:solidFill>
                  <a:srgbClr val="1E293B"/>
                </a:solidFill>
                <a:latin typeface="Calibri" pitchFamily="34" charset="0"/>
                <a:ea typeface="Calibri" pitchFamily="34" charset="-122"/>
                <a:cs typeface="Calibri" pitchFamily="34" charset="-120"/>
              </a:rPr>
              <a:t>Comma after dependent clause.</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woods  </a:t>
            </a:r>
            <a:pPr indent="0" marL="0">
              <a:buNone/>
            </a:pPr>
            <a:r>
              <a:rPr lang="en-US" sz="1150" dirty="0">
                <a:solidFill>
                  <a:srgbClr val="1E293B"/>
                </a:solidFill>
                <a:latin typeface="Calibri" pitchFamily="34" charset="0"/>
                <a:ea typeface="Calibri" pitchFamily="34" charset="-122"/>
                <a:cs typeface="Calibri" pitchFamily="34" charset="-120"/>
              </a:rPr>
              <a:t>Subject of main clause.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when i finally lifted my right foot the skin tore away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when i finally lifted my right foot the skin tore away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When I finally lifted my right foot, the skin tore away.</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Comma after the dependent clause “When I finally lifted my right foot.” Main clause follows.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Dreams</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Langston Hughes (1922)</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Hold fast to dreams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For if dreams die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Life is a broken-winged bird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That cannot fly.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Hold fast to dreams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For when dreams go</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Life is a barren field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Frozen with snow.</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Isaac’s feet freeze to the ground and nearly kill him. But something inside refuses to die. What “dream” does Isaac hold fast to? What keeps him walking when his feet are bloody?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Nita and the Ghost Walkers appear in this chapter. Do you think Isaac's gift for sensing spirits is more of a comfort to him, or more of a burden? Defend your answer with evidence from Chapter 9.</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Nita and the Ghost Walkers appear in this chapter. Do you think Isaac's gift for sensing spirits is more of a comfort to him, or more of a burden? Defend your answer with evidence from Chapter 9.</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was leaving bloody footprints in the snow. Mounds of snow covered the road.”</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Two short sentences, side by side. Tingle doesn’t explain — he just shows. The contrast between white snow and red blood does all the work.</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two short sentences showing contrast without explaining it. Let the images do the work.</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The ___ was ___. The ___ was ___.</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9 — Nita and the Ghost Walkers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9 — Nita and the Ghost Walkers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pay attention to the promises characters make — because promises tell you what a character values. In Chapter 9, Isaac makes an important promise. As you read, ask: what does he promise? What does it cost him? What does it reveal about who he is?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How does Isaac officially become Nita’s big brother in Chapter 9? What happens at the campfire, and what does Isaac do the next morning to keep his promise?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Isaac tells himself: “If I am a ghost, how can I take care of Nita?” Then he figures out an answer. What answer does he find? What does this tell you about how Isaac thinks about his responsibility?</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The ghost walkers appear to Isaac in Chapter 9. Mister Jonah says: “Our lives are over, but we can still help the living.” What is Mister Jonah teaching Isaac? How does this relate to Isaac’s own situation as a future ghost?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 WITH SUPPORT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Conflict and Rising Action</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Draft with support stage. Write 3–5 sentences describing the conflict you planned on Day 1. Use at least one transition word or dependent clause opener (with a comma). Show the tension building — don’t resolve it yet.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2026-07-13T17:32:02Z</dcterms:created>
  <dcterms:modified xsi:type="dcterms:W3CDTF">2026-07-13T17:32:02Z</dcterms:modified>
</cp:coreProperties>
</file>