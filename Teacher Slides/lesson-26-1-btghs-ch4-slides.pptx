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26, Day 1, Week 26 — Chapter 4: The Pig Hunt.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Q: Jack risks humiliation, discovery, and the captain’s wrath — all to save a pig. But Fleischman is not writing a silly story. He is writing a story about loyalty. The pig is not the point. The choice is.
Morphology SWYK: I will define the roots rid/ris (laugh) and lud/lus (play/jest) and explain how they build meaning in English words.
Grammar: I will identify the rules of dialogue punctuation and paragraphing.
Reading: I will analyze humor and character in Chapter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answer needed — tap-and-notice only. Discuss why each highlighted word/punctuation mark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"Not a sound out of you Jack whispered. The pig snorting out of sheer love rubbed its ever fattening side against jack's leg"
Corrected: "“Not a sound out of you,” Jack whispered. The pig, snorting out of sheer love, rubbed its ever-fattening side against Jack’s leg."
Fixes: add quotes around dialogue; comma inside closing quote; set off “snorting out of sheer love” with commas (participial phrase); hyphenate ever-fattening ; capitalize Jack’s ; end punctuation.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"Not a sound out of you Jack whispered. The pig snorting out of sheer love rubbed its ever fattening side against jack's leg"
Corrected: "“Not a sound out of you,” Jack whispered. The pig, snorting out of sheer love, rubbed its ever-fattening side against Jack’s leg."
Fixes: add quotes around dialogue; comma inside closing quote; set off “snorting out of sheer love” with commas (participial phrase); hyphenate ever-fattening ; capitalize Jack’s ; end punctuation.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routine — use if time allows. Read the prompt aloud. Remind students: pick a side, defend with evidence, anticipate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5-minute timer. Remind: choose a side, defend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Focus: Did I use a capital letter at the start of each sentence?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3-4 students. Encourage respectful disagreement about their choice/defense.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 practice for the day. Word Study SWYK strand today: Morphology.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mode: flip_cards.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content — this novel uses explain/tap-to-notice practice rather than a scored quiz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focus: 🔠 Spelling: Dialogue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Tracker: Six Weeks with By the Great Horn Spoon! — Week 26 — Chapter 4: The Pig Hunt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only — students answer these in the Reading tab as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Connection — Stage: DRAFT
Focus: Write your scene now — start in the middle of the action
Task: Write your draft scene. Start in the middle of the action. Use dialogue. Show your hero’s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5CB8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Great Horn Spoon!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 — Chapter 4: The Pig Hunt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⛏️  Week 26  ·  Grit, Wit &amp; Adventure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risks humiliation, discovery, and the captain’s wrath — all to save a pig. But Fleischman is not writing a silly story. He is writing a story about loyalty. The pig is not the point. The choice is.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5915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🌱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SWYK: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define the roots rid/ris (laugh) and lud/lus (play/jest) and explain how they build meaning in English words.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✏️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identify the rules of dialogue punctuation and paragraphing.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89534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9684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analyze humor and character in Chapter 4.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Study What's Right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TAP TO NOTICE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that boy,” he shouted , “Pigs is for eatin’, not for pets.”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TAPPED WORD TEACHES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“It’s that boy,”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 goes INSIDE the closing quote mark before the dialogue tag. Never outside.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352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shouted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dialogue tag (he shouted) tells HOW the character spoke. It begins lowercase even after dialogue — because it is part of the same sentence.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4472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“Pigs is for eatin’, not for pets.”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action — describing what he did while speaking — still belongs to the same beat. Comma, then the action.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sound out of you Jack whispered. The pig snorting out of sheer love rubbed its ever fattening side against jack's leg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Daily Oral Language — Fix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sound out of you Jack whispered. The pig snorting out of sheer love rubbed its ever fattening side against jack's leg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reading journal.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60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 sound out of you,” Jack whispered. The pig, snorting out of sheer love, rubbed its ever-fattening side against Jack’s leg.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Fixes: add quotes around dialogue; comma inside closing quote; set off “snorting out of sheer love” with commas (participial phrase); hyphenate ever-fattening ; capitalize Jack’s ; end punctuation.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Quick Write (Optional)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risks getting caught to save a pig from being thrown overboard. Was that risk worth it, or was it reckless? Defend your answer with evidence from Chapter 4.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SCAFFOLD (USE WHAT HELPS)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   →   because...   →   One piece of evidence is...   →   This matters because...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Writing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804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risks getting caught to save a pig from being thrown overboard. Was that risk worth it, or was it reckless? Defend your answer with evidence from Chapter 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743200"/>
            <a:ext cx="6035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28346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if you need it: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evidence is...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because...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20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Revise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one deliberate decision, not a full edit pass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01168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08483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check: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= improving ideas. Editing = fixing conventions. Pick ONE 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🗣️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thinking!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2194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1168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share, or paste your writing in the chat.
</a:t>
            </a:r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disagree with a classmate's choice, say so respectfully — that's part of the thinking.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Morphology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Roots rid/ris + lud/lus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 / ris (Latin) = laugh, mock . Words with this root deal with laughter — especially laughing at something.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099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 / lus (Latin) = play, jest, trick . Words with this root deal with performance, games, or illusions.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768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 icule — to mock or make fun of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8412480" cy="512064"/>
          </a:xfrm>
          <a:prstGeom prst="roundRect">
            <a:avLst>
              <a:gd name="adj" fmla="val 17857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4378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 iculous — so absurd it deserves laughter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41071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8386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🫖 Show What You Know · Morphology
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words ridiculous , ludicrous , and derisive all have in common at the root level? Write two sentences: one naming the shared idea behind the roots, and one explaining how this connects to Fleischman’s comedy in the novel.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Vocabulary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this week’s five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becalmed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stopped dead — no wind to move it. From *be-* + *calm*; also means deeply still or motionless.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373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passage of water connecting two larger bodies. The Strait of Magellan nearly cracked ships in two.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33172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headwinds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 that blow directly against a ship's direction, slowing or stopping forward progress.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A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monotony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sameness; the boring, unchanging quality of endless days at sea with nothing new happening.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ludicrous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absurd it is laughable; from Latin *ludus* (play/jest). Fleischman's humor is often perfectly ludicrous.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Grammar — Dialogue Punctuation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the rules of written conversation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 quotation marks around exactly what the character says.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Punctuation goes inside the closing quotation mark: “Come along,” said Praiseworthy.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Dialogue tags (said, shouted, whispered) begin lowercase after the closing quote if they follow the speech.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Spelling — Dialogue Tags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0E1C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— the words that tell HOW we speak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tags tell the reader how someone is speaking. Fleischman uses them brilliantly. This week’s spelling words are verbs used as dialogue tags: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bellowed · exclaimed · grumbled · muttered · interrupted · stammered · chuckled · commanded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EEF2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048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these end in -ed or contain tricky double letters. Learn the spelling by learning the word.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Reading Focus + Story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5CB8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 JOURNEY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5214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Weeks with By the Great Horn Spoon! — Week 26 — Chapter 4: The Pig Hunt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ARE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3969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26 — Chapter 4: The Pig Hunt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2743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READING FOCUS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99232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9067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Reading Focus Chapter 4 is Fleischman’s comedy at its finest: a ship-wide pig hunt, a boy hiding in the captain’s own cabin, a thief escaping with an accidental stowaway. As you read, notice how Fleischman balances the ridiculous with the real — the pig is funny, but Praiseworthy’s offer at Rio is completely serious. Both live in the same chapter.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— Read: Chapter 4 — “The Pig Hunt”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5CB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ANSWER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Jack rescue Good Luck from the cook? Where does he ultimately hide the pig to keep it safe — and what comedy results from that hiding place?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39696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Rio, Praiseworthy offers Jack a chance to go home before Cape Horn. Jack refuses. What does Praiseworthy’s response — “You’ll do, Master Jack. You’ll do.” — tell us about what Praiseworthy was really looking for?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72384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12724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Chapter 4, what has happened to Cut-Eye Higgins, Dr. Buckbee’s gold map, and Good Luck the pig? How does Good Luck’s fate make Jack feel, and why does Fleischman end the chapter on that note?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Writing Connection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412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DRAFT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scene now — start in the middle of the 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TODAY'S 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2377440"/>
          </a:xfrm>
          <a:prstGeom prst="roundRect">
            <a:avLst>
              <a:gd name="adj" fmla="val 384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0312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draft scene. Start in the middle of the action. Use dialogue. Show your hero’s voice.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2026-07-13T17:56:39Z</dcterms:created>
  <dcterms:modified xsi:type="dcterms:W3CDTF">2026-07-13T17:56:39Z</dcterms:modified>
</cp:coreProperties>
</file>