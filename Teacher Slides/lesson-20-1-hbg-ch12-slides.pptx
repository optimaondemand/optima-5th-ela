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20, Day 1, Chapter 12 — Disappearing Daughter.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"naomi was taken and all the camp was afraid to speak or to help her"
Corrected: "Naomi was taken, and all the camp was afraid to speak."
Compound sentence: comma before “and.” Trim “or to help her” — it repeats the idea. Capitalize Naomi.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"naomi was taken and all the camp was afraid to speak or to help her"
Corrected: "Naomi was taken, and all the camp was afraid to speak."
Compound sentence: comma before “and.” Trim “or to help her” — it repeats the idea. Capitalize Naomi.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12 — Disappearing Daughter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PLAN
Focus: Literary Response: Theme Paragraph
Task: Today is the Plan stage. This week you will write a theme paragraph: a paragraph that explains a theme from the novel and supports it with evidence. In your reading journal: identify one theme you see developing (survival, courage, justice, loss, memory) and jot two pieces of evidence from the last few chapters that support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20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12 — Disappearing Daughter</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20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when the conflict in a story shifts. Up to now, the main danger has been the Trail of Tears itself — cold, disease, soldiers. In Chapter 12, watch for the moment a new, more personal conflict begins. What is it, and who does it involve?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soldiers descended on camp, but Isaac was ready.</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soldiers  </a:t>
            </a:r>
            <a:pPr indent="0" marL="0">
              <a:buNone/>
            </a:pPr>
            <a:r>
              <a:rPr lang="en-US" sz="1150" dirty="0">
                <a:solidFill>
                  <a:srgbClr val="1E293B"/>
                </a:solidFill>
                <a:latin typeface="Calibri" pitchFamily="34" charset="0"/>
                <a:ea typeface="Calibri" pitchFamily="34" charset="-122"/>
                <a:cs typeface="Calibri" pitchFamily="34" charset="-120"/>
              </a:rPr>
              <a:t>Subject 1.</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descended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camp,  </a:t>
            </a:r>
            <a:pPr indent="0" marL="0">
              <a:buNone/>
            </a:pPr>
            <a:r>
              <a:rPr lang="en-US" sz="1150" dirty="0">
                <a:solidFill>
                  <a:srgbClr val="1E293B"/>
                </a:solidFill>
                <a:latin typeface="Calibri" pitchFamily="34" charset="0"/>
                <a:ea typeface="Calibri" pitchFamily="34" charset="-122"/>
                <a:cs typeface="Calibri" pitchFamily="34" charset="-120"/>
              </a:rPr>
              <a:t>Comma before conjunction.</a:t>
            </a:r>
            <a:endParaRPr lang="en-US" sz="1250" dirty="0"/>
          </a:p>
        </p:txBody>
      </p:sp>
      <p:sp>
        <p:nvSpPr>
          <p:cNvPr id="14" name="Shape 12"/>
          <p:cNvSpPr/>
          <p:nvPr/>
        </p:nvSpPr>
        <p:spPr>
          <a:xfrm>
            <a:off x="365760" y="391363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959352"/>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but  </a:t>
            </a:r>
            <a:pPr indent="0" marL="0">
              <a:buNone/>
            </a:pPr>
            <a:r>
              <a:rPr lang="en-US" sz="1150" dirty="0">
                <a:solidFill>
                  <a:srgbClr val="1E293B"/>
                </a:solidFill>
                <a:latin typeface="Calibri" pitchFamily="34" charset="0"/>
                <a:ea typeface="Calibri" pitchFamily="34" charset="-122"/>
                <a:cs typeface="Calibri" pitchFamily="34" charset="-120"/>
              </a:rPr>
              <a:t>Coordinating conjunction (FANBOYS).</a:t>
            </a:r>
            <a:endParaRPr lang="en-US" sz="1250" dirty="0"/>
          </a:p>
        </p:txBody>
      </p:sp>
      <p:sp>
        <p:nvSpPr>
          <p:cNvPr id="16" name="Shape 14"/>
          <p:cNvSpPr/>
          <p:nvPr/>
        </p:nvSpPr>
        <p:spPr>
          <a:xfrm>
            <a:off x="365760" y="4425696"/>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7" name="Text 15"/>
          <p:cNvSpPr/>
          <p:nvPr/>
        </p:nvSpPr>
        <p:spPr>
          <a:xfrm>
            <a:off x="548640" y="4471416"/>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Isaac  </a:t>
            </a:r>
            <a:pPr indent="0" marL="0">
              <a:buNone/>
            </a:pPr>
            <a:r>
              <a:rPr lang="en-US" sz="1150" dirty="0">
                <a:solidFill>
                  <a:srgbClr val="1E293B"/>
                </a:solidFill>
                <a:latin typeface="Calibri" pitchFamily="34" charset="0"/>
                <a:ea typeface="Calibri" pitchFamily="34" charset="-122"/>
                <a:cs typeface="Calibri" pitchFamily="34" charset="-120"/>
              </a:rPr>
              <a:t>Subject 2.</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naomi was taken and all the camp was afraid to speak or to help her</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naomi was taken and all the camp was afraid to speak or to help her</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Naomi was taken, and all the camp was afraid to speak.</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Compound sentence: comma before “and.” Trim “or to help her” — it repeats the idea. Capitalize Naomi.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 daughter disappears in this chapter. Which is the harder truth for a family on the Trail to face: losing someone to death, or losing someone and not knowing what happened to them? Defend your answer with evidence from Chapter 12.</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A daughter disappears in this chapter. Which is the harder truth for a family on the Trail to face: losing someone to death, or losing someone and not knowing what happened to them? Defend your answer with evidence from Chapter 12.</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12 — Disappearing Daughter</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12 — Disappearing Daughter</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notice when the conflict in a story shifts. Up to now, the main danger has been the Trail of Tears itself — cold, disease, soldiers. In Chapter 12, watch for the moment a new, more personal conflict begins. What is it, and who does it involve?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How is Naomi taken, and what happens to her family in the moments after? Use at least two specific details from Chapter 12.</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Isaac watches Naomi being taken and thinks about his gift. What is he beginning to realize he might be able to do? What connects his ghost-sight to Naomi’s situation?</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Naomi is forced to serve soldiers, cut off from her language and family. Tim Tingle calls this chapter “Disappearing Daughter.” What does that title mean? In what way is Naomi being made to disappear?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PLAN</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Literary Response: Theme Paragraph</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Plan stage. This week you will write a theme paragraph: a paragraph that explains a theme from the novel and supports it with evidence. In your reading journal: identify one theme you see developing (survival, courage, justice, loss, memory) and jot two pieces of evidence from the last few chapters that support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2026-07-13T17:32:03Z</dcterms:created>
  <dcterms:modified xsi:type="dcterms:W3CDTF">2026-07-13T17:32:03Z</dcterms:modified>
</cp:coreProperties>
</file>