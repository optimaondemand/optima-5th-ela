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5, Day 3, Chapter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What does it cost to choose authenticity over security — and why is it sometimes the only honest choice?
Reading: I will analyze how the resolution reveals character growth and theme in Chapter 20.
Grammar: I will use commas with introductory words and phrases in my writing.
Spelling: I will apply cumulative suffix patterns and write sentences using them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lens aloud before students open their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"outside the window the flakes fell softly and vanished in the heaps of brown leaves"
Corrected: "Outside the window, the flakes fell softly and vanished in the heaps of brown leaves."
Capitalize “Outside” (start of sentence). Add a comma after the introductory prepositional phrase “Outside the window.” Add a period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"outside the window the flakes fell softly and vanished in the heaps of brown leaves"
Corrected: "Outside the window, the flakes fell softly and vanished in the heaps of brown leaves."
Capitalize “Outside” (start of sentence). Add a comma after the introductory prepositional phrase “Outside the window.” Add a period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Remind students: pick a side, defend it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Is there a stronger word I could use here?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 Practice only today — not the graded strand.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Use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Cumulative Suffix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 sequence: Reader, Writer, Mimic. Reveal progressively if desired.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Kit’s Path Through The Witch of Blackbird Pond — 📍 You are here: Chapter 20 — Resolution &amp; Character Growth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reading,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distinct from the Quick Write — it is graded reading-response writing tied directly to today's chapter.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4A90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of Blackbird Pond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 — Resolution &amp; Character Growth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🕯️  Week 5  ·  Virtue: Perseverance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 to choose authenticity over security — and why is it sometimes the only honest choice?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how the resolution reveals character growth and theme in Chapter 20.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commas with introductory words and phrases in my writing.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0233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apply cumulative suffix patterns and write sentences using them correctly.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READING LENS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0432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when a character’s resolution reveals how much they have grown. In Chapter 20, Kit does something she could not have done at the beginning of the novel: she chooses authenticity over security. She breaks off with William — not out of anger, but out of self-knowledge. Her decision shows how far she has come.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 AS YOU READ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79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Kit’s decision about William show that she has changed since arriving in Wethersfield?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1927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9242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has Kit learned about herself that makes this breakup feel like growth rather than loss?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window , the flakes fell softly and vanished in the heaps of brown leaves.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window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“Outside the window” is an introductory prepositional phrase. It tells &lt;em&gt;where&lt;/em&gt; before the main clause begins.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separates the introductory phrase from the main clause. Without it, the reader stumbles.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2958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8444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vanished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“Vanished” is past tense, consistent with “fell.”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105656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1605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“Leaves” completes the prepositional phrase “of brown leaves.” A period ends the sentence.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window the flakes fell softly and vanished in the heaps of brown leaves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window the flakes fell softly and vanished in the heaps of brown leaves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window, the flakes fell softly and vanished in the heaps of brown leaves.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“Outside” (start of sentence). Add a comma after the introductory prepositional phrase “Outside the window.” Add a period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Kit right to refuse William's offer of security in favor of being true to herself? Defend your answer with evidence from Chapter 20.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27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Kit right to refuse William's offer of security in favor of being true to herself? Defend your answer with evidence from Chapter 20.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stronger word I could use here?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Suffixes -ity / -ty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(adjective) + -ity = security — the state of being secure | real (adjective) + -ity = reality — the state of being real | certain (adjective) + -ty = certainty — the state of being certain | loyal (adjective) + -ty = loyalty — the quality of being loyal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Use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Cloze sentences — choose the right word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long, hard winter felt ___ ___ — Kit longed for the warmth of Barbados.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6479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had been visiting Hannah ___ ___ , sneaking away when no one would notice.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2257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77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bitter cold did not ___ ___ as winter deepened over Wethersfield.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900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Mercy’s expression changed ___ ___ when news came that John had been captured.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0273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___ ___ journey through the frozen countryside tested Kit’s resolve to leave for Barbados.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✏️ Grammar: Commas with Introductory Phrases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— Rewrite sentences adding commas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long winter, Kit resolved to leave for Barbados. ← comma after introductory prepositional phrase Quietly, Mercy wiped away her tears. ← comma after introductory adverb When William finally visited, Kit was not glad to see him. ← comma after introductory dependent clause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has the comma in the right place?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weeks of silence William finally came to see Kit.   /   After weeks of silence, William finally came to see Kit.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237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has the comma in the right place?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quiet determination, Kit told William the truth.   /   With quiet determination Kit told William the truth.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has the comma in the right place?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long hard winter Kit dreamed of Barbados.   /   During the long hard winter, Kit dreamed of Barbados.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✏️ Grammar: Commas with Introductory Phrases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— Rewrite sentences adding commas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long winter, Kit resolved to leave for Barbados. ← comma after introductory prepositional phrase Quietly, Mercy wiped away her tears. ← comma after introductory adverb When William finally visited, Kit was not glad to see him. ← comma after introductory dependent clause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has the comma in the right place?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After weeks of silence, William finally came to see Kit.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237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has the comma in the right place?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With quiet determination, Kit told William the truth.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has the comma in the right place?
</a:t>
            </a:r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During the long hard winter, Kit dreamed of Barbados.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🔠 Spelling: Cumulative Suffix 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— Write sentences using suffix patterns correctly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97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Kit’s (lonely + ness) ___ deepened with each passing winter day.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loneliness   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56816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(resolve + tion) ___ to leave for Barbados grew stronger.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  ()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660904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715768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offered (secure + ity) ___ , but Kit needed more than comfort.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 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474720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Kit’s (judge + ment) ___ about William proved to be right.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  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417880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233672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bore her grief with (notice + able) ___ quiet strength.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noticeable   ()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9377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99262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(kind + ness) ___ of the Wood family sustained Kit through the winter.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  ()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571500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7698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Spelling
</a:t>
            </a:r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4 suffix patterns from this unit (-ness, -ment, -tion/-sion, -able/-ible, -ity/-ty). For each, write a correctly spelled suffixed word and use it in a sentence about Chapter 20.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RWM — Reader · Writer · Mimic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784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“’Tis no use, William. You and I would always be uneasy, all of our lives.”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733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like a Reader: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is ending things with William. After everything — the trial, the long winter, his silence — she finally says what she has known for a long time. This line concludes their relationship arc. Notice how it circles back to the unease Kit has felt from the very beginning.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2374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Read like a Writer: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conclusion returns to the claim or theme. Speare doesn’t introduce a new idea here — she circles back to what has been true all along: Kit and William don’t fit. The word “always” drives the point home. In your own writing, a good conclusion echoes your opening claim and adds a sense of finality. It answers the question: So what? Why does this matter?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00984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7413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🖊️ Mimic: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2–3 sentence conclusion for this claim: “Kit Tyler learns that security without honesty is not worth having.” Echo the claim, add a final thought, and make the reader feel the idea is complete. No new evidence — just closure.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Kit’s Path Through The Witch of Blackbird Pond — 📍 You are here: Chapter 20 — Resolution &amp; Character 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31136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0428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20 — Resolution &amp; Character Growth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999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KEEP YOUR READING LENS IN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46704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Kit’s decision about William show that she has changed since arriving in Wethersfield?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Kit learned about herself that makes this breakup feel like growth rather than loss?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Questions — Preview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(PART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Why does Kit refuse William’s offer of security? What has changed in her?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57984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How does the first snowfall serve as a symbol of Kit’s emotional state?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45536"/>
            <a:ext cx="8046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What does Kit’s decision to leave for Barbados reveal about her understanding of herself?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 (Part C)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CRAFT-FOCUSED RESPONSE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tells William, “we would always be uneasy.” Write 2–3 sentences explaining what Kit needs that William cannot give her, using evidence from this chapter.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2026-07-12T13:24:42Z</dcterms:created>
  <dcterms:modified xsi:type="dcterms:W3CDTF">2026-07-12T13:24:42Z</dcterms:modified>
</cp:coreProperties>
</file>