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19, Day 4, Chapter 11 — Nita’s Walk.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"although the pain wouldn't go away isaac kept walking and did not stop"
Corrected: "Although the pain wouldn’t go away, Isaac kept walking."
Comma after the “Although” clause. Tighten: “did not stop” repeats “kept walking” — cut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"although the pain wouldn't go away isaac kept walking and did not stop"
Corrected: "Although the pain wouldn’t go away, Isaac kept walking."
Comma after the “Although” clause. Tighten: “did not stop” repeats “kept walking” — cut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actually support what I'm trying to say, or is it just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11 — Nita’s Walk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SUBMIT
Focus: Conflict and Rising Action
Task: Today is the Submit stage. Write your final version of the conflict scene — 5–7 sentences. Use at least one comma with a transition or dependent clause. End on the tension: don’t resolve it. Then write one sentence about what you learned from Isaac about writing rising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19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11 — Nita’s Walk</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19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prepare for major turning points. Not every chapter is equally important — some change everything. As you read Chapter 11, watch for the moment that changes the whole story. What does it mean for Isaac? What does it mean for the promise he made?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Although his feet burned, Isaac refused to look behind him.</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Although  </a:t>
            </a:r>
            <a:pPr indent="0" marL="0">
              <a:buNone/>
            </a:pPr>
            <a:r>
              <a:rPr lang="en-US" sz="1150" dirty="0">
                <a:solidFill>
                  <a:srgbClr val="1E293B"/>
                </a:solidFill>
                <a:latin typeface="Calibri" pitchFamily="34" charset="0"/>
                <a:ea typeface="Calibri" pitchFamily="34" charset="-122"/>
                <a:cs typeface="Calibri" pitchFamily="34" charset="-120"/>
              </a:rPr>
              <a:t>Subordinating conjunction.</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burned,  </a:t>
            </a:r>
            <a:pPr indent="0" marL="0">
              <a:buNone/>
            </a:pPr>
            <a:r>
              <a:rPr lang="en-US" sz="1150" dirty="0">
                <a:solidFill>
                  <a:srgbClr val="1E293B"/>
                </a:solidFill>
                <a:latin typeface="Calibri" pitchFamily="34" charset="0"/>
                <a:ea typeface="Calibri" pitchFamily="34" charset="-122"/>
                <a:cs typeface="Calibri" pitchFamily="34" charset="-120"/>
              </a:rPr>
              <a:t>Comma after dependent clause.</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Isaac  </a:t>
            </a:r>
            <a:pPr indent="0" marL="0">
              <a:buNone/>
            </a:pPr>
            <a:r>
              <a:rPr lang="en-US" sz="1150" dirty="0">
                <a:solidFill>
                  <a:srgbClr val="1E293B"/>
                </a:solidFill>
                <a:latin typeface="Calibri" pitchFamily="34" charset="0"/>
                <a:ea typeface="Calibri" pitchFamily="34" charset="-122"/>
                <a:cs typeface="Calibri" pitchFamily="34" charset="-120"/>
              </a:rPr>
              <a:t>Subject.</a:t>
            </a:r>
            <a:endParaRPr lang="en-US" sz="1250" dirty="0"/>
          </a:p>
        </p:txBody>
      </p:sp>
      <p:sp>
        <p:nvSpPr>
          <p:cNvPr id="14" name="Shape 12"/>
          <p:cNvSpPr/>
          <p:nvPr/>
        </p:nvSpPr>
        <p:spPr>
          <a:xfrm>
            <a:off x="365760" y="391363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959352"/>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refused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although the pain wouldn't go away isaac kept walking and did not stop</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although the pain wouldn't go away isaac kept walking and did not stop</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Although the pain wouldn’t go away, Isaac kept walking.</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Comma after the “Although” clause. Tighten: “did not stop” repeats “kept walking” — cut it.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331720"/>
          </a:xfrm>
          <a:prstGeom prst="roundRect">
            <a:avLst>
              <a:gd name="adj" fmla="val 3922"/>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Mother to Son</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Langston Hughes (1922)</a:t>
            </a:r>
            <a:endParaRPr lang="en-US" sz="1300" dirty="0"/>
          </a:p>
        </p:txBody>
      </p:sp>
      <p:sp>
        <p:nvSpPr>
          <p:cNvPr id="7" name="Text 5"/>
          <p:cNvSpPr/>
          <p:nvPr/>
        </p:nvSpPr>
        <p:spPr>
          <a:xfrm>
            <a:off x="594360" y="1627632"/>
            <a:ext cx="7955280" cy="146304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Well, son, I’ll tell you:</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Life for me ain’t been no crystal stair.</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It’s had tacks in it,</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splinters,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boards torn up,</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places with no carpet on the floor—</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Bare.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But all the time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I’se been a-climbin’ on,</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reachin’ landin’s,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turnin’ corners,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sometimes goin’ in the dark</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Where there ain’t been no light.</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So boy, don’t you turn back.</a:t>
            </a:r>
            <a:endParaRPr lang="en-US" sz="1400" dirty="0"/>
          </a:p>
        </p:txBody>
      </p:sp>
      <p:sp>
        <p:nvSpPr>
          <p:cNvPr id="8" name="Text 6"/>
          <p:cNvSpPr/>
          <p:nvPr/>
        </p:nvSpPr>
        <p:spPr>
          <a:xfrm>
            <a:off x="365760" y="331012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566160"/>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657600"/>
            <a:ext cx="7955280" cy="86868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Isaac’s father says: “You cannot keep your eyes on the bloody footprints behind you. You must keep your eyes on where you are going.” How does this poem sound like Isaac’s father speaking? What has the mother in this poem endured, and what is she telling her son to do?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Looking back at Chapters 8-11, has walking the Trail changed who Isaac is, or only what he has? Defend your answer with evidence from this week's reading.</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Looking back at Chapters 8-11, has walking the Trail changed who Isaac is, or only what he has? Defend your answer with evidence from this week's reading.</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this detail actually support what I'm trying to say, or is it just filler?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11 — Nita’s Walk</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11 — Nita’s Walk</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prepare for major turning points. Not every chapter is equally important — some change everything. As you read Chapter 11, watch for the moment that changes the whole story. What does it mean for Isaac? What does it mean for the promise he made?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At the start of Chapter 11, Tingle writes simply: “Nita was a ghost.” How does Tim Tingle use simplicity to deliver this moment? What would have been lost if he had described it in more detail?</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Isaac promised to take care of Nita. Now Nita is a ghost. How does Isaac’s promise change? What can he still do for her? What has he learned from the ghost walkers about helping people after death?</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Nita’s death sets up the rest of the novel. What do you predict Isaac will now spend the rest of the book doing? Use evidence from Chapters 8–11 to support your prediction.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SUBMIT</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Conflict and Rising Action</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Submit stage. Write your final version of the conflict scene — 5–7 sentences. Use at least one comma with a transition or dependent clause. End on the tension: don’t resolve it. Then write one sentence about what you learned from Isaac about writing rising action.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2026-07-13T17:32:02Z</dcterms:created>
  <dcterms:modified xsi:type="dcterms:W3CDTF">2026-07-13T17:32:02Z</dcterms:modified>
</cp:coreProperties>
</file>