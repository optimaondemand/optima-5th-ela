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25, Day 3, Week 25 — Chapter 2: How to Catch a Thief.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Q: Praiseworthy doesn’t catch the thief with a trap. He catches him with psychology . He understands what the thief fears, and he uses that fear. Is this the same as wisdom? Is it cunning? Chapter 2 answers the question: what is Praiseworthy really good at?
Spelling SWYK: I will break our four geography words into syllables and identify the stressed syllable in each.
Vocabulary: I will match words to definitions in a game.
Reading: I will analyze Praiseworthy’s plan and explain how it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lens aloud before students open their 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 needed — tap-and-notice only. Discuss why each highlighted word/punctuation mark is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"praiseworthy stepped forward calm as you please and said his plan was very simple."
Corrected: "Praiseworthy stepped forward, as unconcerned as you please, and said his plan was very simple."
Fixes: Capitalize Praiseworthy ; add commas to set off the parenthetical “as unconcerned as you please”; replace calm with unconcerned (the word Fleischman uses, which adds irony — Praiseworthy isn’t just calm, he seems completely unaware there’s any problem).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"praiseworthy stepped forward calm as you please and said his plan was very simple."
Corrected: "Praiseworthy stepped forward, as unconcerned as you please, and said his plan was very simple."
Fixes: Capitalize Praiseworthy ; add commas to set off the parenthetical “as unconcerned as you please”; replace calm with unconcerned (the word Fleischman uses, which adds irony — Praiseworthy isn’t just calm, he seems completely unaware there’s any problem).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routine — use if time allows. Read the prompt aloud. Remind students: pick a side, defend with evidence, anticipate disagreement.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5-minute timer. Remind: choose a side, defend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Focus: Is there a stronger, more specific word I could use instead of a vague one?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3-4 students. Encourage respectful disagreement about their choice/defense.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 practice for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mode: match_game.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content — this novel uses explain/tap-to-notice practice rather than a scored quiz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focus: 🔠 Spelling: Geography Words — Use. Graded SWYK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Tracker: Six Weeks with By the Great Horn Spoon! — Week 25 — Chapter 2: How to Catch a Thief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only — students answer these in the Reading tab as they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Connection — Stage: PLAN (Day 3)
Focus: Your plan is nearly complete — one last ingredient
Task: Continue or finalize your plan. Add the “isn’t what it seems” element.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5CB8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25  ·  DAY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Great Horn Spoon!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25 — Chapter 2: How to Catch a Thief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⛏️  Week 25  ·  Grit, Wit &amp; Adventure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Praiseworthy doesn’t catch the thief with a trap. He catches him with psychology . He understands what the thief fears, and he uses that fear. Is this the same as wisdom? Is it cunning? Chapter 2 answers the question: what is Praiseworthy really good at?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35915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🔤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SWYK: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break our four geography words into syllables and identify the stressed syllable in each.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090672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16382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📚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match words to definitions in a game.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895344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9684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analyze Praiseworthy’s plan and explain how it works.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What Good Readers 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READING LENS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554480"/>
          </a:xfrm>
          <a:prstGeom prst="roundRect">
            <a:avLst>
              <a:gd name="adj" fmla="val 588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70432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is technically a mystery: there’s a thief, a plan, a reveal. But it’s also comedy: the plan involves a pig covered in coal dust, a room full of gold-seekers touching a hog in the dark, and a “judge” with a cigar. What Fleischman does brilliantly is let you enjoy both at the same time. The comedy doesn’t undermine the mystery — it amplifies it. By the time Praiseworthy says “Humbug,” you feel both the satisfaction of the puzzle and the delight of the absurdity.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Study What's Right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TAP TO NOTICE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all the passengers were assembled , the captain made a grand entrance, puffing on a twisted black cigar , with his long coat flapping almost to his knees 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TAPPED WORD TEACHES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23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all the passengers were assembled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all the passengers were assembled” is an adverbial clause. It tells WHEN the captain made his entrance. Strong setting detail!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8895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93522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twisted black cigar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 a twisted black cigar” is a prepositional phrase. Preposition: on. Object: cigar. HOW he enters. Vivid and funny detail.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401568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4472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his long coat flapping almost to his knees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“with his long coat flapping almost to his knees” — another prepositional phrase. Preposition: with. Object: coat. Describes HOW he looks. Three layers of detail in one sentence!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B8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praiseworthy stepped forward calm as you please and said his plan was very simple.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reading journal.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B8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praiseworthy stepped forward calm as you please and said his plan was very simple.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reading journal.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60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Praiseworthy stepped forward, as unconcerned as you please, and said his plan was very simple.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3310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Capitalize Praiseworthy ; add commas to set off the parenthetical “as unconcerned as you please”; replace calm with unconcerned (the word Fleischman uses, which adds irony — Praiseworthy isn’t just calm, he seems completely unaware there’s any problem).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Quick Write (Optional)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89888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Praiseworthy catches the thief using psychology instead of force. Is a clever trick a stronger kind of victory than a physical one? Defend your answer with evidence from Chapter 2.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SCAFFOLD (USE WHAT HELPS)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186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   →   because...   →   One piece of evidence is...   →   This matters because...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Writing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804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Praiseworthy catches the thief using psychology instead of force. Is a clever trick a stronger kind of victory than a physical one? Defend your answer with evidence from Chapter 2.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2743200"/>
            <a:ext cx="6035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283464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Scaffold, if you need it: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of evidence is...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because...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Revise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one deliberate decision, not a full edit pass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2011680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08483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check: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stronger, more specific word I could use instead of a vague one?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= improving ideas. Editing = fixing conventions. Pick ONE thing.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457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🗣️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thinking!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21945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2860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share, or paste your writing in the chat.
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disagree with a classmate's choice, say so respectfully — that's part of the thinking.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Roots aud + oral/or — Use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03504"/>
          </a:xfrm>
          <a:prstGeom prst="roundRect">
            <a:avLst>
              <a:gd name="adj" fmla="val 1515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see an unfamiliar word, check for known roots. If you see aud → it has something to do with hearing . If you see or → speaking or mouth 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8412480" cy="603504"/>
          </a:xfrm>
          <a:prstGeom prst="roundRect">
            <a:avLst>
              <a:gd name="adj" fmla="val 15152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80136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auditor — What could this mean? Someone who hears (reviews) accounts. 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414016"/>
            <a:ext cx="8412480" cy="603504"/>
          </a:xfrm>
          <a:prstGeom prst="roundRect">
            <a:avLst>
              <a:gd name="adj" fmla="val 1515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459736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orifice — What could this mean? An opening, especially one in the body — from or (mouth). ✓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Vocabulary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5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— match each word to its definition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expedition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journey undertaken for a specific purpose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373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argonaut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Gold Rush seeker; originally a Greek mythical sailor after the Golden Fleece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317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stowaway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 hides on a ship to travel without paying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9260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paddlewheel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rotating wheel with paddles that propels a steamship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5204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porthole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circular window in the side of a ship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Prepositional Phrases — Use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them like Fleischman does — stack them for maximum effect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6128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Fleischman’s signature moves is stacking prepositional phrases to build atmosphere quickly: “ in the creaking darkness / of her cargo hold ” — two phrases, one image, total immersion.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830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try stacking 3 prepositional phrases in one sentence to describe the scene in the main saloon during Chapter 2’s big reveal.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Spelling — Geography Words — Use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0E1C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— syllables, stress, and spelling all at once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6128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• Sacramento • Patagonia • equator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830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word: break it into syllables with dots, mark the stressed syllable in CAPS, then spell it correctly.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4048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Florida → Flor•i•da → FLOR•i•da → Florida ✓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026664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99816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🫖 Show What You Know · Spelling
</a:t>
            </a:r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the four geography words: (1) write it in syllables with dots, (2) capitalize the stressed syllable, (3) write the full word spelled correctly. Then use one of the four words in a sentence about the Gold Rush.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Reading Focus + Story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B8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STORY JOURNEY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52144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Weeks with By the Great Horn Spoon! — Week 25 — Chapter 2: How to Catch a Thief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ARE READING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139696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25 — Chapter 2: How to Catch a Thief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2743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READING FOCUS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99232"/>
            <a:ext cx="8412480" cy="1600200"/>
          </a:xfrm>
          <a:prstGeom prst="roundRect">
            <a:avLst>
              <a:gd name="adj" fmla="val 5714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09067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Reading Focus Chapter 2 is a heist story — but the best kind, where the hero wins not through force but through insight into human psychology . The sow doesn’t need to squeal. The trick is already done before the lights go out. As you read, ask yourself: at what point does Praiseworthy know he has the thief?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 — Read: Chapter 2 — “How to Catch a Thief”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ANSWER TODAY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Praiseworthy’s plan to catch the thief. What was the pig actually for? Why didn’t the pig need to squeal?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39696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Cut-Eye Higgins, and what does he say to Jack and Praiseworthy when he’s caught? What does his response tell us about him as a character?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072384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127248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Praiseworthy says “Humbug” to Cut-Eye Higgins. Based on context, what do you think this word means? Why is it the perfect word for Praiseworthy to choose at this moment?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Writing Connection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PLAN (Day 3)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plan is nearly complete — one last ingredient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TODAY'S TASK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8412480" cy="2377440"/>
          </a:xfrm>
          <a:prstGeom prst="roundRect">
            <a:avLst>
              <a:gd name="adj" fmla="val 384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10312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or finalize your plan. Add the “isn’t what it seems” element.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2026-07-13T17:56:39Z</dcterms:created>
  <dcterms:modified xsi:type="dcterms:W3CDTF">2026-07-13T17:56:39Z</dcterms:modified>
</cp:coreProperties>
</file>