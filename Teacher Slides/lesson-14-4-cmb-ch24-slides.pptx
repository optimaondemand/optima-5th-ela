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14.4: Chapter 24, "Man Against the Fog". Banner quote: “If the fog lifts one half minute, we can see it.” (Nat • Chapter 24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it mean to know something so well that you no longer need to see it? Today you read Chapter 24. Ask: How does theme develop across the whole book?
Objectives:
- 🔭 Vocab SWYK: Choice board using all 6 unit vocabulary words.
- ✏️ Grammar: I will explain the importance of editing as a separate, final pass.
- 📜 Closing Poem: Longfellow “A Psalm of Life” closing stanza.
- 📖 Reading: I will synthesize the biography and explain why Nathaniel Bowditch’s life mattered to people who never met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man against the fog nat bowditch proves everything he has worked toward since chapter one: that the information in his corrected navigator can guide a ship anywhere on earth
Corrected: In “Man Against the Fog,” Nat Bowditch proves everything he has worked toward since Chapter 1: that the information in his corrected Navigator can guide a ship anywhere on earth.
Fixes: chapter title in quotes; capitalize “Nat Bowditch” and “Chapter”; colon after the independent clause; Navigator (book title) italicized;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man against the fog nat bowditch proves everything he has worked toward since chapter one: that the information in his corrected navigator can guide a ship anywhere on earth
Corrected: In “Man Against the Fog,” Nat Bowditch proves everything he has worked toward since Chapter 1: that the information in his corrected Navigator can guide a ship anywhere on earth.
Fixes: chapter title in quotes; capitalize “Nat Bowditch” and “Chapter”; colon after the independent clause; Navigator (book title) italicized;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As the final chapter approaches, here is the poem Longfellow wrote in 1838 — “A Psalm of Life” — the closing stanza of which feels like it was written for Nat Bowditch himself. Read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my ending sentence capture my strongest point, or should I move a stronger idea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Explain the Full System — Synthesis — how do word families and prefixes connect?.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root gives the meaning; the prefix points it in a direction. — g14d4ms1
2. Peel it: circum (around) + nav (ship) + ate. — g14d4ms2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Editing for Conventions — Explain — why editing is the last step, not the first.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you cannot polish sentences you are still going to cut. — g14d4gs1
2. His book was carried on every ship. — g14d4gs2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Unit Synthesis — What patterns will you remember?.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navigator — g14d4ss1
2. nautical — g14d4ss2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interrupt — g14d4ss3
4. transferred — g14d4ss4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Plan your 2-minute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Plan your 2-minute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Plan your 2-minute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14  ·  DAY 4  ·  LESSON 14.4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24 — Man Against the Fog</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“If the fog lifts one half minute, we can see it.”</a:t>
            </a:r>
            <a:pPr indent="0" marL="0">
              <a:buNone/>
            </a:pPr>
            <a:r>
              <a:rPr lang="en-US" sz="1600" dirty="0">
                <a:solidFill>
                  <a:srgbClr val="55C8E8"/>
                </a:solidFill>
                <a:latin typeface="Calibri" pitchFamily="34" charset="0"/>
                <a:ea typeface="Calibri" pitchFamily="34" charset="-122"/>
                <a:cs typeface="Calibri" pitchFamily="34" charset="-120"/>
              </a:rPr>
              <a:t>  — Nat • Chapter 24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SYNTHESIZE &amp; PUBLISH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24</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it mean to know something so well that you no longer need to see it?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24. Ask: How does theme develop across the whole book?</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Vocab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Choice board using all 6 unit vocabulary words.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the importance of editing as a separate, final pass.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Closing Poem: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Longfellow “A Psalm of Life” closing stanza.</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synthesize the biography and explain why Nathaniel Bowditch’s life mattered to people who never met him.</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WHOLE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This is Day 4 of Week 14 — the final day of the unit. Chapter 24 is the climax and resolution of everything. As you read it today, you are not reading a chapter; you are completing a six-week conversation with a book. The question for Day 4 is not “what happened in Chapter 24” but “what does the whole story mean?” and “how does the last chapter prove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Whole-book thinking: You have read a life and you are writing about it. In one sentence, say what Nathaniel Bowditch’s life changed for people who never met him. Then name the three chapters you would use as evidence, and say why in that order.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Put the threads together: Hold the events, the problem-solving, the perseverance and the technical work in one view.</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State the significance: Say why this life mattered beyond itself. That is what expository writing about a person has to do.</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WHOLE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Support every claim: For each thing you say about the whole book, name the chapter you would send a reader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If the whole book is about Nat proving that navigation is “a simple matter of mathematics,” what kind of final test would perfectly prove it? What conditions would make the proof most dramatic and undeniable?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 you read, ask: how does the fog function as more than just weather? What does the fog represent in the context of the whole book’s themes?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final chapter, </a:t>
            </a:r>
            <a:pPr indent="0" marL="0">
              <a:buNone/>
            </a:pPr>
            <a:r>
              <a:rPr lang="en-US" sz="2600" b="1" u="sng" dirty="0">
                <a:solidFill>
                  <a:srgbClr val="1E8E52"/>
                </a:solidFill>
                <a:latin typeface="Calibri" pitchFamily="34" charset="0"/>
                <a:ea typeface="Calibri" pitchFamily="34" charset="-122"/>
                <a:cs typeface="Calibri" pitchFamily="34" charset="-120"/>
              </a:rPr>
              <a:t>“Man Against the Fog,”</a:t>
            </a:r>
            <a:pPr indent="0" marL="0">
              <a:buNone/>
            </a:pPr>
            <a:r>
              <a:rPr lang="en-US" sz="2600" dirty="0">
                <a:solidFill>
                  <a:srgbClr val="1E293B"/>
                </a:solidFill>
                <a:latin typeface="Calibri" pitchFamily="34" charset="0"/>
                <a:ea typeface="Calibri" pitchFamily="34" charset="-122"/>
                <a:cs typeface="Calibri" pitchFamily="34" charset="-120"/>
              </a:rPr>
              <a:t> ends exactly where the book’s argument began — with the claim that a reliable </a:t>
            </a:r>
            <a:pPr indent="0" marL="0">
              <a:buNone/>
            </a:pPr>
            <a:r>
              <a:rPr lang="en-US" sz="2600" b="1" u="sng" dirty="0">
                <a:solidFill>
                  <a:srgbClr val="1E8E52"/>
                </a:solidFill>
                <a:latin typeface="Calibri" pitchFamily="34" charset="0"/>
                <a:ea typeface="Calibri" pitchFamily="34" charset="-122"/>
                <a:cs typeface="Calibri" pitchFamily="34" charset="-120"/>
              </a:rPr>
              <a:t>navigator</a:t>
            </a:r>
            <a:pPr indent="0" marL="0">
              <a:buNone/>
            </a:pPr>
            <a:r>
              <a:rPr lang="en-US" sz="2600" dirty="0">
                <a:solidFill>
                  <a:srgbClr val="1E293B"/>
                </a:solidFill>
                <a:latin typeface="Calibri" pitchFamily="34" charset="0"/>
                <a:ea typeface="Calibri" pitchFamily="34" charset="-122"/>
                <a:cs typeface="Calibri" pitchFamily="34" charset="-120"/>
              </a:rPr>
              <a:t> needs no luck, only mathematics.</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“Man Against the Fog,”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Chapter title in quotation marks.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navigator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Navigator is a noun formed from navig- (sail) + -ator (one who): the one who guides.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man against the fog nat bowditch proves everything he has worked toward since chapter one: that the information in his corrected navigator can guide a ship anywhere on earth</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man against the fog nat bowditch proves everything he has worked toward since chapter one: that the information in his corrected navigator can guide a ship anywhere on earth</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In “Man Against the Fog,” Nat Bowditch proves everything he has worked toward since Chapter 1: that the information in his corrected Navigator can guide a ship anywhere on earth.</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chapter title in quotes; capitalize “Nat Bowditch” and “Chapter”; colon after the independent clause; Navigator (book title) italicized; period.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“A PSALM OF LIFE” (CLOSING STANZA)</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Closing Poem</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Henry Wadsworth Longfellow, 1838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Let us, then, be up and doing,</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With a heart for any fate;</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Still achieving, still pursuing,</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Learn to labor and to wait.</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Longfellow’s four lines could be the subtitle of Carry On, Mr. Bowditch. “Still achieving, still pursuing” — Nat never stopped correcting, calculating, teaching. “Learn to labor and to wait” — nine years in the chandlery, waiting. The poem says the whole story in four lines.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Which of Longfellow’s four lines fits Nat Bowditch most perfectly, and why? Use specific evidence from the novel to support your choice.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Nat brings the Putnam into Salem Harbor through fog on Christmas night. What is his greatest achievement in the whole book: that night in the fog, or the years of work that made it possible? Defend your answer with evidence from across the novel. Then answer someone who disagrees.</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Prompt: </a:t>
            </a:r>
            <a:pPr indent="0" marL="0">
              <a:buNone/>
            </a:pPr>
            <a:r>
              <a:rPr lang="en-US" sz="2200" dirty="0">
                <a:solidFill>
                  <a:srgbClr val="1E293B"/>
                </a:solidFill>
                <a:latin typeface="Calibri" pitchFamily="34" charset="0"/>
                <a:ea typeface="Calibri" pitchFamily="34" charset="-122"/>
                <a:cs typeface="Calibri" pitchFamily="34" charset="-120"/>
              </a:rPr>
              <a:t>Nat brings the Putnam into Salem Harbor through fog on Christmas night. What is his greatest achievement in the whole book: that night in the fog, or the years of work that made it possible? Defend your answer with evidence from across the novel. Then answer someone who disagrees.</a:t>
            </a:r>
            <a:endParaRPr lang="en-US" sz="22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my ending sentence capture my strongest point, or should I move a stronger idea there?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SYNTHESIS — HOW DO WORD FAMILIES AND PREFIXES CONNECT?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the Full System</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Before you start: find the shared part and what it does.</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In your reading journal: explain how the morphology system you’ve learned over six weeks works together. How do prefixes (trans-/inter-/sub-, dis-/un-/mis-, etc.) combine with roots (navig-, form-, press-, etc.) to produce word families? Give two examples using CMB unit vocabulary that show the whole system.</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Synthesis challenge</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Can you create a word that combines a prefix from Week 13 (trans-, inter-, or sub-) with a root from Week 14 (navig- or inform-)? What would trans-navigation or sub-inform mean if they were real words? What does this tell you about how word-building works?</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SYNTHESIS — HOW DO WORD FAMILIES AND PREFIXES CONNECT?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the Full System</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How do word families and prefixes connect?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root gives the meaning; the prefix points it in a direction.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They are separate systems.</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You meet circumnavigate for the first time. What do you do?</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Peel it: circum (around) + nav (ship) + 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Look for a word that sounds like it.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SYNTHESIS — HOW DO WORD FAMILIES AND PREFIXES CONNECT?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the Full System</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How do word families and prefixes connect?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root gives the meaning; the prefix points it in a direction.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They are separate systems.</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You meet circumnavigate for the first time. What do you do?</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Peel it: circum (around) + nav (ship) + 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Look for a word that sounds like it.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F8FAFC"/>
          </a:solidFill>
          <a:ln w="15875">
            <a:solidFill>
              <a:srgbClr val="CBD5E1"/>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 Nat’s Biography Entry</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5–6 sentence encyclopedia entry about Nat Bowditch using all six words naturally. Write in third person as if for a reference book.</a:t>
            </a:r>
            <a:endParaRPr lang="en-US" sz="2100" dirty="0"/>
          </a:p>
        </p:txBody>
      </p:sp>
      <p:sp>
        <p:nvSpPr>
          <p:cNvPr id="8" name="Shape 6"/>
          <p:cNvSpPr/>
          <p:nvPr/>
        </p:nvSpPr>
        <p:spPr>
          <a:xfrm>
            <a:off x="6187288" y="1554480"/>
            <a:ext cx="5501488" cy="2354580"/>
          </a:xfrm>
          <a:prstGeom prst="roundRect">
            <a:avLst>
              <a:gd name="adj" fmla="val 3107"/>
            </a:avLst>
          </a:prstGeom>
          <a:solidFill>
            <a:srgbClr val="F8FAFC"/>
          </a:solidFill>
          <a:ln w="15875">
            <a:solidFill>
              <a:srgbClr val="CBD5E1"/>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 Word Family Tree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Draw or describe a word family tree showing how navigate and inform each branch into noun, verb, and adjective forms. Label each branch with the suffix and what it contributes.</a:t>
            </a:r>
            <a:endParaRPr lang="en-US" sz="2100" dirty="0"/>
          </a:p>
        </p:txBody>
      </p:sp>
      <p:sp>
        <p:nvSpPr>
          <p:cNvPr id="10" name="Shape 8"/>
          <p:cNvSpPr/>
          <p:nvPr/>
        </p:nvSpPr>
        <p:spPr>
          <a:xfrm>
            <a:off x="502920" y="4091940"/>
            <a:ext cx="5501488" cy="2354580"/>
          </a:xfrm>
          <a:prstGeom prst="roundRect">
            <a:avLst>
              <a:gd name="adj" fmla="val 3107"/>
            </a:avLst>
          </a:prstGeom>
          <a:solidFill>
            <a:srgbClr val="F8FAFC"/>
          </a:solidFill>
          <a:ln w="15875">
            <a:solidFill>
              <a:srgbClr val="CBD5E1"/>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 Before &amp; After</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two paragraphs: (1) how navigation worked BEFORE Nat’s corrections, (2) how it worked AFTER. Use all six words across both paragraphs.</a:t>
            </a:r>
            <a:endParaRPr lang="en-US" sz="2100" dirty="0"/>
          </a:p>
        </p:txBody>
      </p:sp>
      <p:sp>
        <p:nvSpPr>
          <p:cNvPr id="12" name="Shape 10"/>
          <p:cNvSpPr/>
          <p:nvPr/>
        </p:nvSpPr>
        <p:spPr>
          <a:xfrm>
            <a:off x="6187288" y="4091940"/>
            <a:ext cx="5501488" cy="2354580"/>
          </a:xfrm>
          <a:prstGeom prst="roundRect">
            <a:avLst>
              <a:gd name="adj" fmla="val 3107"/>
            </a:avLst>
          </a:prstGeom>
          <a:solidFill>
            <a:srgbClr val="F8FAFC"/>
          </a:solidFill>
          <a:ln w="15875">
            <a:solidFill>
              <a:srgbClr val="CBD5E1"/>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 The Fog Scene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5–6 sentence description of the Chapter 24 fog scene using all six vocabulary words. Stay in Nat’s perspective.</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EDITING IS THE LAST STEP, NOT THE FIRST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Before you start: read as a hunter, not as a reader.</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Last day of the biography. Now explain why editing comes last. Nat did not proofread the Practical Navigator while he was still discovering errors in the tables — he finished the thinking first. Editing is a different kind of attention from writing, and doing both at once does neither one well.</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Write in your reading journal: “I checked ___ of 6 items. The one I had to fix was ___”</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Before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nathaniel bowditch taught himself latin and his book were carried on every american ship</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After</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Nathaniel Bowditch taught himself Latin, and his book was carried on every American ship.</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Four capitals, one comma before the joining word, and were to was for a singular subject. Three different kinds of error, which is why one read-through would have caught one of them.</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EDITING IS THE LAST STEP, NOT THE FIRST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is editing the last step and not the first?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you cannot polish sentences you are still going to cut.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it is the least important step.</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correct?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His book were carried on every ship.</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His book was carried on every ship.</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EDITING IS THE LAST STEP, NOT THE FIRST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is editing the last step and not the first?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Because you cannot polish sentences you are still going to cut.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it is the least important step.</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correct?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His book were carried on every ship.</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His book was carried on every ship.</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WHAT PATTERNS WILL YOU REMEMBER?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Unit Synthesis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name the pattern before you spell the word.</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of the four spelling patterns studied this unit (schwa vowels, -ous/-ious/-eous, assimilation, word families), which one will you use most in your own writing? Why? Give two examples from your daily writing or other classes where this pattern appears.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One last check on the unit’s patterns. Tap the correct spelling.</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WHAT PATTERNS WILL YOU REMEMBER?</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Unit Synthesis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nautical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nauticle</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WHAT PATTERNS WILL YOU REMEMBER?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Unit Synthesis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navigator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nautical</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nauticle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WHAT PATTERNS WILL YOU REMEMBER?</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Unit Synthesis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interrupt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transfered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transferred</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WHAT PATTERNS WILL YOU REMEMBER?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Unit Synthesis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interupt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interrupt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transfered</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transferred</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24 — “MAN AGAINST THE FOG”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000" dirty="0">
                <a:solidFill>
                  <a:srgbClr val="1E293B"/>
                </a:solidFill>
                <a:latin typeface="Calibri" pitchFamily="34" charset="0"/>
                <a:ea typeface="Calibri" pitchFamily="34" charset="-122"/>
                <a:cs typeface="Calibri" pitchFamily="34" charset="-120"/>
              </a:rPr>
              <a:t>📍 You are here: ★ UNIT COMPLETE — Six Weeks with Nat Bowditch</a:t>
            </a:r>
            <a:endParaRPr lang="en-US" sz="2000" dirty="0"/>
          </a:p>
          <a:p>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December 25, 1803. Salem Harbor. The fog is so thick no other captain would attempt the approach. The crew is frightened — Corey panics — but Nat does not look up from his watch. He knows where they are because he has worked it out by dead reckoning, and one brief glimpse of the light on Baker’s Island tells him he is exactly on course. From there, his watch, his compass and the leadsmen’s soundings bring the Putnam safely to anchor.</a:t>
            </a:r>
            <a:endParaRPr lang="en-US" sz="2000" dirty="0"/>
          </a:p>
          <a:p>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This is the book’s climax: not a battle, not a storm, but a navigation through thick fog that proves, beyond any possible doubt, that Nat Bowditch’s method works. Read it slowly. The fog is not just weather. It is everything that stands between understanding and confusion — and Nat’s mathematics cuts through it.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24</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Fog: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exactly does Nat do to navigate in the fog — what does he rely on (his dead reckoning, the brief sight of Baker’s Island light, his watch, compass and lead soundings), step by step? And why is this moment, this exact scene, the perfect climax for this specific book?</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 What does the fog represent?: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The fog in Chapter 24 is both literal (real weather) and metaphorical (a symbol). What does it represent in the context of the whole book? What is the “fog” that Nat has been working to cut through for 24 chapters?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1.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Describe exactly how Nat navigates into Salem Harbor in the fog. What does he use (dead reckoning, the brief sight of Baker’s Island light, his watch, compass and lead soundings), what process does he follow, and why can he trust it when he can barely see? Connect his method to what he has been learning since Chapter 5.</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2.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fog in Chapter 24 functions as both literal weather and a symbol. What does it represent? What has Nat been working to cut through for all 24 chapters — and how does navigating through December fog perfectly capture the book’s central argument?</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3.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Whole-Book Reflective Question: Trace ONE theme from Carry On, Mr. Bowditch across the entire book. Choose one of these: (a) “Sail by ash breeze” — what it means to keep working when conditions are against you. (b) “An anchor to windward” — preparing for difficulty before it arrives. (c) “A simple matter of mathematics” — that complex things become accessible when explained clearly. Trace your chosen theme through at least four chapters from at least three different weeks.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PLAN YOUR 2-MINUTE PRESENTATION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(1/3)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essay is submitted. Now you plan a short presentation sharing your argument. The presentation has 5 moves — each timed.</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Alex finishes the essay: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uses the 5-Move Presentation Map to turn the essay into a spoken argument. BEFORE Alex's first idea: I'll just read my essay out loud. AFTER Alex's 5-move plan: (1) Hook spoken aloud [20 sec]: 'A ship felt its way through thick fog into Salem Harbor on Christmas night, 1803...' (2) Claim [10 sec]: 'What made Nat Bowditch extraordinary was...' (3) Body 1 highlight [30 sec]: One piece of evidence from Body 1, paraphrased. (4) Body 2 highlight [30 sec]: One piece from Body 2, paraphrased. (5) Closing [30 sec]: Return to the fog, why it matters. Notice: Reading the essay aloud is NOT a presentation — it's a recitation. Alex's 5-move plan is spoken, paced, and SELECTED. You don't present every paragraph — you present the heart of your argument.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PLAN YOUR 2-MINUTE PRESENTATION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(2/3)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5-Move Presentation Map (2 minutes):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Plan all 5 moves with timing. You will speak, not read. Alex’s example (filled): Move 1 (20 sec) — Hook spoken: “A ship felt its way through thick fog into Salem Harbor on Christmas night, 1803…” Move 2 (10 sec) — Claim: “What made Nat Bowditch extraordinary was his belief that…” Move 3 (30 sec) — Body 1 highlight: One example from Body 1, paraphrased in 2–3 sentences. Move 4 (30 sec) — Body 2 highlight: One example from Body 2, paraphrased. Move 5 (30 sec) — Closing: Return to the fog scene. Why it matters. Your turn — do the same in your reading journal: Move 1 (hook, 20 sec): ____________________ Move 2 (claim, 10 sec): ____________________ Move 3 (Body 1 highlight, 30 sec): ____________________ Move 4 (Body 2 highlight, 30 sec): ____________________ Move 5 (closing, 30 sec):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 December 25, 1803, a ship felt its way through the fog into ___ guided by ___.” “What made Nat Bowditch extraordinary was ___.” “I’ll close with the question his story asks all of us: what do you do with knowledge?”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PLAN YOUR 2-MINUTE PRESENTATION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(3/3)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14.4 — Carry On, Mr. Bowditch, Chapter 24</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