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8, Day 4,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When you are accused of something you didn’t do, how do you prove the truth—and what does loyalty look like?
Reading: I will explain how Johnny’s path from Chapter 1 to Chapter 4 changes his understanding of himself.
Grammar: I will explain how appositives work and justify my comma placement when I write them.
Spelling: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people who watched from the wharfs were mostly woman and child who kept very quiet so the british would not notice"
Corrected: "The people who watched from the wharves were mostly women and children who kept very quiet so the British would not notice."
Compare with the model: “Wharfs”→“wharves” (irregular plural of wharf). “Woman”→“women” and “child”→“children” are irregular plurals. “British” is a proper adjective—capital. “The people” starts the sentence—capital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people who watched from the wharfs were mostly woman and child who kept very quiet so the british would not notice"
Corrected: "The people who watched from the wharves were mostly women and children who kept very quiet so the British would not notice."
Compare with the model: “Wharfs”→“wharves” (irregular plural of wharf). “Woman”→“women” and “child”→“children” are irregular plurals. “British” is a proper adjective—capital. “The people” starts the sentence—capital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Possessives vs. Plurals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Putting It Together. Focus: Learn how to write a strong CONCLUSION—one that echoes your claim, acknowledges what you’ve proven, and leaves the reader with something worth thinking about.
Prompt: Fill in your own Argument Map. Write your claim, two reasons, and one piece of evidence for each reason. Use the map above as your guide. Name your claim about Johnny, write two reasons, and give one specific piece of evidence from the chapters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8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12</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8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When you are accused of something you didn’t do, how do you prove the truth—and what does loyalty look like?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explain how Johnny’s path from Chapter 1 to Chapter 4 changes his understanding of himself.</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explain how appositives work and justify my comma placement when I write them.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Pause &amp; Think as you read — watch for these moments: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Whitman wrote this poem after Abraham Lincoln was assassinated the day the Civil War ended—a leader who died just as victory was won. In Chapter 12, Rab dies at the battle of Lexington—right as the colonial cause wins its first real fight. What do both the poem and the novel say about the cost of victory? What does it mean when the person who fought for something doesn’t survive to see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Rab’s musket, heavy and cold in Johnny’s hands, was the one gift the dying boy had to give.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Rab’s  </a:t>
            </a:r>
            <a:pPr indent="0" marL="0">
              <a:buNone/>
            </a:pPr>
            <a:r>
              <a:rPr lang="en-US" sz="1200" dirty="0">
                <a:solidFill>
                  <a:srgbClr val="1E293B"/>
                </a:solidFill>
                <a:latin typeface="Calibri" pitchFamily="34" charset="0"/>
                <a:ea typeface="Calibri" pitchFamily="34" charset="-122"/>
                <a:cs typeface="Calibri" pitchFamily="34" charset="-120"/>
              </a:rPr>
              <a:t>“Rab’s”: singular possessive. Add ’s to one person’s name.</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Johnny’s  </a:t>
            </a:r>
            <a:pPr indent="0" marL="0">
              <a:buNone/>
            </a:pPr>
            <a:r>
              <a:rPr lang="en-US" sz="1200" dirty="0">
                <a:solidFill>
                  <a:srgbClr val="1E293B"/>
                </a:solidFill>
                <a:latin typeface="Calibri" pitchFamily="34" charset="0"/>
                <a:ea typeface="Calibri" pitchFamily="34" charset="-122"/>
                <a:cs typeface="Calibri" pitchFamily="34" charset="-120"/>
              </a:rPr>
              <a:t>“Johnny’s”: also a singular possessive. The hands belong to Johnny.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people who watched from the wharfs were mostly woman and child who kept very quiet so the british would not notice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people who watched from the wharfs were mostly woman and child who kept very quiet so the british would not notice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people who watched from the wharves were mostly women and children who kept very quiet so the British would not notice.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“Wharfs”→“wharves” (irregular plural of wharf). “Woman”→“women” and “child”→“children” are irregular plurals. “British” is a proper adjective—capital. “The people” starts the sentence—capital 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O Captain! My Captain! (stanzas 1–2)</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Walt Whitman, 1865</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O Captain! my Captain! our fearful trip is done,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The ship has weather’d every rack, the prize we sought is won,</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The port is near, the bells I hear, the people all exulting,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While follow eyes the steady keel, the vessel grim and daring;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But O heart! heart! heart!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O the bleeding drops of red,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Where on the deck my Captain lies,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Fallen cold and dead.</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 Captain! my Captain! rise up and hear the bells;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Rise up—for you the flag is flung—for you the bugle trills,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For you bouquets and ribbon’d wreaths—for you the shores a-crowding,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For you they call, the swaying mass, their eager faces turning;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Here Captain! dear father!</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This arm beneath your head!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It is some dream that on the deck,</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You’ve fallen cold and dead.</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Whitman wrote this poem after Abraham Lincoln was assassinated the day the Civil War ended—a leader who died just as victory was won. In Chapter 12, Rab dies at the battle of Lexington—right as the colonial cause wins its first real fight. What do both the poem and the novel say about the cost of victory? What does it mean when the person who fought for something doesn’t survive to see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moment proves Rab's courage more powerfully — how he fights at Lexington, or how he faces his own death? Defend your choice with evidence from Chapter 12. Someone might disagree and say true courage is only shown in survival.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moment proves Rab's courage more powerfully — how he fights at Lexington, or how he faces his own death? Defend your choice with evidence from Chapter 12. Someone might disagree and say true courage is only shown in survival.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You have now seen sub- and inter- across all four chapters of Week 8. Today you show you understand not just the meanings but the logic. | sub- words move downward or operate underneath: sub merge, sub terranean, sub ordinate, sub side, sub versive | inter- words work between or among: inter cept, inter national, inter mediate, inter sect, inter vene | From Chapter 12: Johnny stood on Lexington Green, feeling something sub merged rise to the surface—grief, pride, a future. Rab’s sacrifice had inter vened between his old self and whoever he would become next.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Choice Menu</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Week 8 Words · Vocabulary Choice</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Possessive Nouns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 Justify the rules with Chapter 12 examples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Rule 1 — Singular: add ’s → Rab’s, Johnny’s, Warren’s Rule 2 — Plural ending in -s: add only ’ → soldiers’, horses’, officers’ Rule 3 — Irregular plural: add ’s → men’s, women’s, children’s From Chapter 12: “ Rab’s musket, heavy and cold in Johnny’s hands, was the one gift the dying boy had to give.” Both are singular possessives.</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Doctor Warren’s hands worked quickly while Doctor Warrens knife prepared.</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soldiers's retreat | the soldiers’ retreat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men’s courage | the mens’ courage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Possessive Nouns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 Justify the rules with Chapter 12 examples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Rule 1 — Singular: add ’s → Rab’s, Johnny’s, Warren’s Rule 2 — Plural ending in -s: add only ’ → soldiers’, horses’, officers’ Rule 3 — Irregular plural: add ’s → men’s, women’s, children’s From Chapter 12: “ Rab’s musket, heavy and cold in Johnny’s hands, was the one gift the dying boy had to give.” Both are singular possessives.</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Doctor Warren’s hands worked quickly while Doctor Warrens knife prepared.
</a:t>
            </a:r>
            <a:pPr indent="0" marL="0">
              <a:buNone/>
            </a:pPr>
            <a:r>
              <a:rPr lang="en-US" sz="1200" b="1" dirty="0">
                <a:solidFill>
                  <a:srgbClr val="34B76F"/>
                </a:solidFill>
                <a:latin typeface="Calibri" pitchFamily="34" charset="0"/>
                <a:ea typeface="Calibri" pitchFamily="34" charset="-122"/>
                <a:cs typeface="Calibri" pitchFamily="34" charset="-120"/>
              </a:rPr>
              <a:t>✅ Doctor Warren’s</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soldiers's retreat | the soldiers’ retreat
</a:t>
            </a:r>
            <a:pPr indent="0" marL="0">
              <a:buNone/>
            </a:pPr>
            <a:r>
              <a:rPr lang="en-US" sz="1200" b="1" dirty="0">
                <a:solidFill>
                  <a:srgbClr val="34B76F"/>
                </a:solidFill>
                <a:latin typeface="Calibri" pitchFamily="34" charset="0"/>
                <a:ea typeface="Calibri" pitchFamily="34" charset="-122"/>
                <a:cs typeface="Calibri" pitchFamily="34" charset="-120"/>
              </a:rPr>
              <a:t>✅ the soldiers’</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men’s courage | the mens’ courage
</a:t>
            </a:r>
            <a:pPr indent="0" marL="0">
              <a:buNone/>
            </a:pPr>
            <a:r>
              <a:rPr lang="en-US" sz="1200" b="1" dirty="0">
                <a:solidFill>
                  <a:srgbClr val="34B76F"/>
                </a:solidFill>
                <a:latin typeface="Calibri" pitchFamily="34" charset="0"/>
                <a:ea typeface="Calibri" pitchFamily="34" charset="-122"/>
                <a:cs typeface="Calibri" pitchFamily="34" charset="-120"/>
              </a:rPr>
              <a:t>✅ the men’s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Possessives vs. Plurals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Explain · Write the rules in your own words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You are here: Chapter 12</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12</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Whitman wrote this poem after Abraham Lincoln was assassinated the day the Civil War ended—a leader who died just as victory was won. In Chapter 12, Rab dies at the battle of Lexington—right as the colonial cause wins its first real fight. What do both the poem and the novel say about the cost of victory? What does it mean when the person who fought for something doesn’t survive to see it?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How does Rab show courage even as he is dying? Use a specific detail from Chapter 12.</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What does Doctor Warren discover about Johnny’s hand at the end of the novel? What does his offer to operate mean for Johnny’s future—and what did it take to get to this moment?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Think across all eight chapters: How has Johnny changed from Chapter 5 to Chapter 12? Use details from at least two different chapters to show the change.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E8F8E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E8F8EF"/>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34B76F"/>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Putting It Together</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PUTTING IT TOGETHER</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how to write a strong CONCLUSION—one that echoes your claim, acknowledges what you’ve proven, and leaves the reader with something worth thinking about.</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Fill in your own Argument Map. Write your claim, two reasons, and one piece of evidence for each reason. Use the map above as your guide. Name your claim about Johnny, write two reasons, and give one specific piece of evidence from the chapters for each.</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Fill in your own Argument Map. Write your claim, two reasons, and one piece of evidence for each reason. Use the map above as your guide. Name your claim about Johnny, write two reasons, and give one specific piece of evidence from the chapters for each.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2026-07-12T13:39:52Z</dcterms:created>
  <dcterms:modified xsi:type="dcterms:W3CDTF">2026-07-12T13:39:52Z</dcterms:modified>
</cp:coreProperties>
</file>