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20, Day 2, Chapter 13 — Joseph’s Story.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"because the ghost walkers watched over camp isaac felt less alone"
Corrected: "Because the ghost walkers watched over camp, Isaac felt less alone."
Complex sentence: dependent clause first, comma, then main clause. Capitalize Isaac.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"because the ghost walkers watched over camp isaac felt less alone"
Corrected: "Because the ghost walkers watched over camp, Isaac felt less alone."
Complex sentence: dependent clause first, comma, then main clause. Capitalize Isaac.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13 — Joseph’s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WITH SUPPORT
Focus: Literary Response: Theme Paragraph
Task: Today is the Draft with support stage. Write the first 3–4 sentences of your theme paragraph. Start with a clear topic sentence that names the theme. Then add one piece of evidence. Use a complex sentence to connect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20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13 — Joseph’s Story</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20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 new character becomes a source of important information. In Chapter 13, Joseph tells Isaac something he has been afraid to tell anyone. As you read: why was Joseph afraid? What does his story reveal? And how does Isaac respond?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Naomi was captive, she refused to give up hope.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Although  </a:t>
            </a:r>
            <a:pPr indent="0" marL="0">
              <a:buNone/>
            </a:pPr>
            <a:r>
              <a:rPr lang="en-US" sz="1150" dirty="0">
                <a:solidFill>
                  <a:srgbClr val="1E293B"/>
                </a:solidFill>
                <a:latin typeface="Calibri" pitchFamily="34" charset="0"/>
                <a:ea typeface="Calibri" pitchFamily="34" charset="-122"/>
                <a:cs typeface="Calibri" pitchFamily="34" charset="-120"/>
              </a:rPr>
              <a:t>Subordinating conjunction.</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captive,  </a:t>
            </a:r>
            <a:pPr indent="0" marL="0">
              <a:buNone/>
            </a:pPr>
            <a:r>
              <a:rPr lang="en-US" sz="1150" dirty="0">
                <a:solidFill>
                  <a:srgbClr val="1E293B"/>
                </a:solidFill>
                <a:latin typeface="Calibri" pitchFamily="34" charset="0"/>
                <a:ea typeface="Calibri" pitchFamily="34" charset="-122"/>
                <a:cs typeface="Calibri" pitchFamily="34" charset="-120"/>
              </a:rPr>
              <a:t>Comma after dependent clause.</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she  </a:t>
            </a:r>
            <a:pPr indent="0" marL="0">
              <a:buNone/>
            </a:pPr>
            <a:r>
              <a:rPr lang="en-US" sz="1150" dirty="0">
                <a:solidFill>
                  <a:srgbClr val="1E293B"/>
                </a:solidFill>
                <a:latin typeface="Calibri" pitchFamily="34" charset="0"/>
                <a:ea typeface="Calibri" pitchFamily="34" charset="-122"/>
                <a:cs typeface="Calibri" pitchFamily="34" charset="-120"/>
              </a:rPr>
              <a:t>Subject of main clause.</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refused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the ghost walkers watched over camp isaac felt less alone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the ghost walkers watched over camp isaac felt less alone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Because the ghost walkers watched over camp, Isaac felt less alone.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Complex sentence: dependent clause first, comma, then main clause. Capitalize Isaac.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The Road Not Taken</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Robert Frost (1916)</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Two roads diverged in a yellow wood,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sorry I could not travel both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be one traveler, long I stood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looked down one as far as I could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To where it bent in the undergrowth;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Then took the other, as just as fair,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having perhaps the better claim</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Because it was grassy and wanted wear,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Though as for that the passing there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Had worn them really about the same,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shall be telling this with a sigh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Somewhere ages and ages hence: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Two roads diverged in a wood, and I—</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took the one less traveled by,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that has made all the difference.</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Isaac has a choice: become a ghost now, or stay alive and keep his promises. He chooses to keep walking. How does Frost’s poem apply to Isaac’s decision in Chapter 10? What “road” does Isaac take, and why does it matter?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Joseph shares his own story in this chapter. Does hearing someone else's story make Isaac's own losses feel smaller, or does it make the shared suffering feel bigger? Defend your answer with evidence from Chapter 13.</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Joseph shares his own story in this chapter. Does hearing someone else's story make Isaac's own losses feel smaller, or does it make the shared suffering feel bigger? Defend your answer with evidence from Chapter 13.</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 soldier rode his horse into camp. Another soldier pulled his horse to a stop.”</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Two parallel short sentences. Tingle introduces the soldiers with the same sentence shape — this creates a marching rhythm, a sense of inevitability.</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short parallel sentences that introduce something threatening. Use the same sentence shape for each.</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A ___ ___. Another ___ ___.</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13 — Joseph’s Story</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13 — Joseph’s Story</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 new character becomes a source of important information. In Chapter 13, Joseph tells Isaac something he has been afraid to tell anyone. As you read: why was Joseph afraid? What does his story reveal? And how does Isaac respond?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does Joseph reveal to Isaac in Chapter 13? Why did Joseph stay silent for so long, and what made him decide to speak now?</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Joseph kept quiet because the soldiers threatened to take Nita away if he told. What does this reveal about how the soldiers used power? Is Joseph responsible for what happened to Naomi?</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Isaac is a ghost — invisible to the soldiers. Joseph speaks to him because of this. What does Tingle suggest about who can speak truth most freely? How does Isaac’s ghost-status become a power rather than a loss?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 WITH SUPPORT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Literary Response: Theme Paragraph</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Draft with support stage. Write the first 3–4 sentences of your theme paragraph. Start with a clear topic sentence that names the theme. Then add one piece of evidence. Use a complex sentence to connect them.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