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7, Day 3, Chapter 7 — The Fiddler's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everything you were good at is taken away, what’s left of who you are?
Reading: I will apply what good readers do by noticing how Johnny responds to failure across Chapter 3.
Grammar: I will use appositives in my own writing to add information to a sentence.
Spelling: I will apply my knowledge of scrib/script by writing and explaining a word from that root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colonys of new england sent their best men to the first continental congress in philadelphia"
Corrected: "Johnny, once the best apprentice in Boston, now wandered the streets looking for any work he could find."
Compare with the model: “Colonys”→“colonies” (Rule 3: y→ies). “New England” is a proper noun—both words capitalized. “First Continental Congress” is a proper name—all main words capitalized. “Philadelphia” is a proper noun—capital.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colonys of new england sent their best men to the first continental congress in philadelphia"
Corrected: "Johnny, once the best apprentice in Boston, now wandered the streets looking for any work he could find."
Compare with the model: “Colonys”→“colonies” (Rule 3: y→ies). “New England” is a proper noun—both words capitalized. “First Continental Congress” is a proper name—all main words capitalized. “Philadelphia” is a proper noun—capital.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word I could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vs.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7 — The Fiddler's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Evidence. Focus: Learn what EVIDENCE is—the specific proof from the text that supports a reason.
Prompt: Find ONE piece of evidence from Chapter 3 that supports a reason from your argument. Apply the Proof Test. Name your reason, then write your evidence from Chapter 3. Apply all three checks: from text, connects to reason,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7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7 — The Fiddler's Bill</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7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everything you were good at is taken away, what’s left of who you are?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apply what good readers do by noticing how Johnny responds to failure across Chapter 3.</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use appositives in my own writing to add information to a sentence.</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apply my knowledge of scrib/script by writing and explaining a word from that root family.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Pause &amp; Think as you read — watch for these moments: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Port Act was meant to punish Boston and make other colonies afraid to resist. Instead, Rab says it will unite everyone. Why might punishment sometimes backfire—making people more determined instead of less?</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accident just happened. How will this change Johnny’s life? Think about everything silversmithing meant to him—his identity, his income, his future. What has he lost?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colonies of Massachusetts, Connecticut, and Virginia united against the taxes Parliament had imposed.</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colonies  </a:t>
            </a:r>
            <a:pPr indent="0" marL="0">
              <a:buNone/>
            </a:pPr>
            <a:r>
              <a:rPr lang="en-US" sz="1200" dirty="0">
                <a:solidFill>
                  <a:srgbClr val="1E293B"/>
                </a:solidFill>
                <a:latin typeface="Calibri" pitchFamily="34" charset="0"/>
                <a:ea typeface="Calibri" pitchFamily="34" charset="-122"/>
                <a:cs typeface="Calibri" pitchFamily="34" charset="-120"/>
              </a:rPr>
              <a:t>“The colonies” uses the Rule 3 plural: colony ends in consonant + y, so change y to ies.</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Massachusetts,  </a:t>
            </a:r>
            <a:pPr indent="0" marL="0">
              <a:buNone/>
            </a:pPr>
            <a:r>
              <a:rPr lang="en-US" sz="1200" dirty="0">
                <a:solidFill>
                  <a:srgbClr val="1E293B"/>
                </a:solidFill>
                <a:latin typeface="Calibri" pitchFamily="34" charset="0"/>
                <a:ea typeface="Calibri" pitchFamily="34" charset="-122"/>
                <a:cs typeface="Calibri" pitchFamily="34" charset="-120"/>
              </a:rPr>
              <a:t>“Massachusetts” is a proper noun—always capitalized because it is the name of a specific colony.</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taxes  </a:t>
            </a:r>
            <a:pPr indent="0" marL="0">
              <a:buNone/>
            </a:pPr>
            <a:r>
              <a:rPr lang="en-US" sz="1200" dirty="0">
                <a:solidFill>
                  <a:srgbClr val="1E293B"/>
                </a:solidFill>
                <a:latin typeface="Calibri" pitchFamily="34" charset="0"/>
                <a:ea typeface="Calibri" pitchFamily="34" charset="-122"/>
                <a:cs typeface="Calibri" pitchFamily="34" charset="-120"/>
              </a:rPr>
              <a:t>“Taxes” is the plural of “tax”—ends in -x, so add -es.</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Parliament  </a:t>
            </a:r>
            <a:pPr indent="0" marL="0">
              <a:buNone/>
            </a:pPr>
            <a:r>
              <a:rPr lang="en-US" sz="1200" dirty="0">
                <a:solidFill>
                  <a:srgbClr val="1E293B"/>
                </a:solidFill>
                <a:latin typeface="Calibri" pitchFamily="34" charset="0"/>
                <a:ea typeface="Calibri" pitchFamily="34" charset="-122"/>
                <a:cs typeface="Calibri" pitchFamily="34" charset="-120"/>
              </a:rPr>
              <a:t>“Parliament” is a proper noun (the name of Britain’s governing body)—capitalized.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colonys of new england sent their best men to the first continental congress in philadelphia</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colonys of new england sent their best men to the first continental congress in philadelphia</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Johnny, once the best apprentice in Boston, now wandered the streets looking for any work he could find.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“Colonys”→“colonies” (Rule 3: y→ies). “New England” is a proper noun—both words capitalized. “First Continental Congress” is a proper name—all main words capitalized. “Philadelphia” is a proper noun—capital.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consequence of the Fiddler's Bill seems most unfair — that all of Boston is punished for what a few men did, or that even moderate colonists who opposed the Tea Party are angered? Defend your choice with evidence from Chapter 7.</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consequence of the Fiddler's Bill seems most unfair — that all of Boston is punished for what a few men did, or that even moderate colonists who opposed the Tea Party are angered? Defend your choice with evidence from Chapter 7.</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word I could use 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In Chapter 7, the conflict (con- = together + flict = strike) between Britain and Boston reaches a crisis. The colonists must now combine (com- = together + bine = two) their resources—to commune (com- = together + mune = share) and console (con- = together + sole = alone) one another. | When a harbor is confined (con- = together + fine = bound), nothing gets in or out—just as Boston was trapped by the Port Act.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Use It</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7 · Use It</a:t>
            </a:r>
            <a:endParaRPr lang="en-US" sz="1100" dirty="0"/>
          </a:p>
        </p:txBody>
      </p:sp>
      <p:sp>
        <p:nvSpPr>
          <p:cNvPr id="5" name="Text 3"/>
          <p:cNvSpPr/>
          <p:nvPr/>
        </p:nvSpPr>
        <p:spPr>
          <a:xfrm>
            <a:off x="365760" y="1097280"/>
            <a:ext cx="841248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Word Bank: tyranny  ·  seditious  ·  convene  ·  paralysis  ·  starve</a:t>
            </a:r>
            <a:endParaRPr lang="en-US" sz="1200" dirty="0"/>
          </a:p>
        </p:txBody>
      </p:sp>
      <p:sp>
        <p:nvSpPr>
          <p:cNvPr id="6" name="Shape 4"/>
          <p:cNvSpPr/>
          <p:nvPr/>
        </p:nvSpPr>
        <p:spPr>
          <a:xfrm>
            <a:off x="365760" y="148132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536192"/>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1. The patriots called the Port Act a form of ___, because it punished all of Boston for what a few men had done.</a:t>
            </a:r>
            <a:endParaRPr lang="en-US" sz="1200" dirty="0"/>
          </a:p>
        </p:txBody>
      </p:sp>
      <p:sp>
        <p:nvSpPr>
          <p:cNvPr id="8" name="Shape 6"/>
          <p:cNvSpPr/>
          <p:nvPr/>
        </p:nvSpPr>
        <p:spPr>
          <a:xfrm>
            <a:off x="365760" y="2093976"/>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48840"/>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2. Mr. Lorne refused to stop printing even when told his pamphlets were ___ and could get him arrested.</a:t>
            </a:r>
            <a:endParaRPr lang="en-US" sz="1200" dirty="0"/>
          </a:p>
        </p:txBody>
      </p:sp>
      <p:sp>
        <p:nvSpPr>
          <p:cNvPr id="10" name="Shape 8"/>
          <p:cNvSpPr/>
          <p:nvPr/>
        </p:nvSpPr>
        <p:spPr>
          <a:xfrm>
            <a:off x="365760" y="2706624"/>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761488"/>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3. The Observers continued to ___ in secret, knowing that public meetings would attract the attention of General Gage.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Apply · Use irregular plurals correctly in Chapter 7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printer’s apprentice at the Boston Observer,   /   Boston’s most famous publisher,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elderly master silversmith,   /   a ship captain on Hancock’s Wharf,</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judge’s daughter,   /   a tall dark woman newly returned from London,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Apply · Use irregular plurals correctly in Chapter 7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
</a:t>
            </a:r>
            <a:pPr indent="0" marL="0">
              <a:buNone/>
            </a:pPr>
            <a:r>
              <a:rPr lang="en-US" sz="1200" b="1" dirty="0">
                <a:solidFill>
                  <a:srgbClr val="34B76F"/>
                </a:solidFill>
                <a:latin typeface="Calibri" pitchFamily="34" charset="0"/>
                <a:ea typeface="Calibri" pitchFamily="34" charset="-122"/>
                <a:cs typeface="Calibri" pitchFamily="34" charset="-120"/>
              </a:rPr>
              <a:t>✅ the printer’s apprentice at the Boston Observer,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a:t>
            </a:r>
            <a:pPr indent="0" marL="0">
              <a:buNone/>
            </a:pPr>
            <a:r>
              <a:rPr lang="en-US" sz="1200" b="1" dirty="0">
                <a:solidFill>
                  <a:srgbClr val="34B76F"/>
                </a:solidFill>
                <a:latin typeface="Calibri" pitchFamily="34" charset="0"/>
                <a:ea typeface="Calibri" pitchFamily="34" charset="-122"/>
                <a:cs typeface="Calibri" pitchFamily="34" charset="-120"/>
              </a:rPr>
              <a:t>✅ the elderly master silversmith,</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
</a:t>
            </a:r>
            <a:pPr indent="0" marL="0">
              <a:buNone/>
            </a:pPr>
            <a:r>
              <a:rPr lang="en-US" sz="1200" b="1" dirty="0">
                <a:solidFill>
                  <a:srgbClr val="34B76F"/>
                </a:solidFill>
                <a:latin typeface="Calibri" pitchFamily="34" charset="0"/>
                <a:ea typeface="Calibri" pitchFamily="34" charset="-122"/>
                <a:cs typeface="Calibri" pitchFamily="34" charset="-120"/>
              </a:rPr>
              <a:t>✅ a tall dark woman newly returned from London,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vs.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root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
        <p:nvSpPr>
          <p:cNvPr id="11" name="Shape 9"/>
          <p:cNvSpPr/>
          <p:nvPr/>
        </p:nvSpPr>
        <p:spPr>
          <a:xfrm>
            <a:off x="365760" y="3264408"/>
            <a:ext cx="8412480" cy="685800"/>
          </a:xfrm>
          <a:prstGeom prst="roundRect">
            <a:avLst>
              <a:gd name="adj" fmla="val 13333"/>
            </a:avLst>
          </a:prstGeom>
          <a:solidFill>
            <a:srgbClr val="FEF6E8"/>
          </a:solidFill>
          <a:ln w="12700">
            <a:solidFill>
              <a:srgbClr val="C7922C"/>
            </a:solidFill>
            <a:prstDash val="solid"/>
          </a:ln>
        </p:spPr>
      </p:sp>
      <p:sp>
        <p:nvSpPr>
          <p:cNvPr id="12" name="Text 10"/>
          <p:cNvSpPr/>
          <p:nvPr/>
        </p:nvSpPr>
        <p:spPr>
          <a:xfrm>
            <a:off x="548640" y="33192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“Here on Long Wharf, merchants’ counting houses were closed and shuttered, sail lofts deserted, the riggers and porters stood idle.”</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The Port Act has closed Boston. What feeling does this sentence give you? What does it mean that even the “sail lofts” are deserted? What has Boston lost beyond just trade?</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Forbes uses three parallel images with no main verb in the second and third: “shuttered, deserted, stood idle.” The structure creates a list of losses. Why does dropping the verb make the scene feel even quieter and more empty?</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three parallel images showing that a place has changed or gone quiet. Use the pattern: [place], ___ were/was [adjective], [place] deserted, the [people/things] stood [adjective]. Do not use a verb in the second and third image.</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On ___ Street, the ___ were closed and empty, the ___ deserted, the ___ stood idle.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7 — The Fiddler's Bill</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7 — The Fiddler's Bill</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The Port Act was meant to punish Boston and make other colonies afraid to resist. Instead, Rab says it will unite everyone. Why might punishment sometimes backfire—making people more determined instead of less?</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The accident just happened. How will this change Johnny’s life? Think about everything silversmithing meant to him—his identity, his income, his future. What has he lost?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is the “Fiddler’s Bill” that Chapter 7 is named after? What punishment does England send, and why does it anger even moderate colonists who had opposed the Tea Party?</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Why does Rab say “looks like we’d all starve together” in a cheerful tone? What does his reaction reveal about his character and his view of the coming conflict?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How has life in Boston changed from Chapter 1 to Chapter 7? Describe at least two specific changes using details from both chapters.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E8F8E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34B76F"/>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EVIDENCE</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EVIDENCE is—the specific proof from the text that supports a reason.</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Find ONE piece of evidence from Chapter 3 that supports a reason from your argument. Apply the Proof Test. Name your reason, then write your evidence from Chapter 3. Apply all three checks: from text, connects to reason, specific.</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Find ONE piece of evidence from Chapter 3 that supports a reason from your argument. Apply the Proof Test. Name your reason, then write your evidence from Chapter 3. Apply all three checks: from text, connects to reason, specific.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