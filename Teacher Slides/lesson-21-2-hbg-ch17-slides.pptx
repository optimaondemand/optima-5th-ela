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21, Day 2, Chapter 17 — Good-bye to My Family.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soldiers and captain argued and he rode away without resolving it"
Corrected: "The soldiers and the captain argued, and the captain rode away without resolving the dispute."
Replace unclear “he” with “the captain” and “it” with “the dispute” for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soldiers and captain argued and he rode away without resolving it"
Corrected: "The soldiers and the captain argued, and the captain rode away without resolving the dispute."
Replace unclear “he” with “the captain” and “it” with “the dispute” for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17 — Good-bye to My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DRAFT WITH SUPPORT
Focus: Narrative Revision: Imagery &amp; Description
Task: Today is the Draft with support stage. Take Moment 1 from your plan and revise it. Add a sensory detail (something you see, hear, smell, or feel) and a comparison (like/as). Show the difference side-by-side: original, then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21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17 — Good-bye to My Family</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21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farewell scenes — they often reveal what a character values most. In Chapter 17, Isaac says good-bye to his family. Watch: what does he do? What does he say, and to whom? And what does he take with him into his ghost life?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ghost walkers surrounded the soldiers, but the soldiers could not see them.</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ghost  </a:t>
            </a:r>
            <a:pPr indent="0" marL="0">
              <a:buNone/>
            </a:pPr>
            <a:r>
              <a:rPr lang="en-US" sz="1150" dirty="0">
                <a:solidFill>
                  <a:srgbClr val="1E293B"/>
                </a:solidFill>
                <a:latin typeface="Calibri" pitchFamily="34" charset="0"/>
                <a:ea typeface="Calibri" pitchFamily="34" charset="-122"/>
                <a:cs typeface="Calibri" pitchFamily="34" charset="-120"/>
              </a:rPr>
              <a:t>Antecedent.</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surrounded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soldiers,  </a:t>
            </a:r>
            <a:pPr indent="0" marL="0">
              <a:buNone/>
            </a:pPr>
            <a:r>
              <a:rPr lang="en-US" sz="1150" dirty="0">
                <a:solidFill>
                  <a:srgbClr val="1E293B"/>
                </a:solidFill>
                <a:latin typeface="Calibri" pitchFamily="34" charset="0"/>
                <a:ea typeface="Calibri" pitchFamily="34" charset="-122"/>
                <a:cs typeface="Calibri" pitchFamily="34" charset="-120"/>
              </a:rPr>
              <a:t>Comma.</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but  </a:t>
            </a:r>
            <a:pPr indent="0" marL="0">
              <a:buNone/>
            </a:pPr>
            <a:r>
              <a:rPr lang="en-US" sz="1150" dirty="0">
                <a:solidFill>
                  <a:srgbClr val="1E293B"/>
                </a:solidFill>
                <a:latin typeface="Calibri" pitchFamily="34" charset="0"/>
                <a:ea typeface="Calibri" pitchFamily="34" charset="-122"/>
                <a:cs typeface="Calibri" pitchFamily="34" charset="-120"/>
              </a:rPr>
              <a:t>FANBOYS.</a:t>
            </a:r>
            <a:endParaRPr lang="en-US" sz="1250" dirty="0"/>
          </a:p>
        </p:txBody>
      </p:sp>
      <p:sp>
        <p:nvSpPr>
          <p:cNvPr id="16" name="Shape 14"/>
          <p:cNvSpPr/>
          <p:nvPr/>
        </p:nvSpPr>
        <p:spPr>
          <a:xfrm>
            <a:off x="365760" y="4425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7" name="Text 15"/>
          <p:cNvSpPr/>
          <p:nvPr/>
        </p:nvSpPr>
        <p:spPr>
          <a:xfrm>
            <a:off x="548640" y="4471416"/>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them.  </a:t>
            </a:r>
            <a:pPr indent="0" marL="0">
              <a:buNone/>
            </a:pPr>
            <a:r>
              <a:rPr lang="en-US" sz="1150" dirty="0">
                <a:solidFill>
                  <a:srgbClr val="1E293B"/>
                </a:solidFill>
                <a:latin typeface="Calibri" pitchFamily="34" charset="0"/>
                <a:ea typeface="Calibri" pitchFamily="34" charset="-122"/>
                <a:cs typeface="Calibri" pitchFamily="34" charset="-120"/>
              </a:rPr>
              <a:t>Them = ghost walkers.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soldiers and captain argued and he rode away without resolving it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soldiers and captain argued and he rode away without resolving it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soldiers and the captain argued, and the captain rode away without resolving the dispute.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Replace unclear “he” with “the captain” and “it” with “the dispute” for clarity.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Fog</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Carl Sandburg (1916)</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The fog comes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on little cat feet.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It sits looking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over harbor and city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on silent haunches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then moves on.</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Isaac moves through the soldiers’ camp unseen — like fog. Like a cat. How does Sandburg’s poem describe the way Isaac moves as a ghost? What does comparing fog to a cat add to the image?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 says good-bye to his family in this chapter. Is a good-bye like this one more about the person leaving, or the people left behind? Defend your answer with evidence from Chapter 17.</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Isaac says good-bye to his family in this chapter. Is a good-bye like this one more about the person leaving, or the people left behind? Defend your answer with evidence from Chapter 17.</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“Naomi met the ghost. She was not afraid.”</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Two sentences. No emotion stated — only action. Tingle trusts the reader to feel the courage themselves. Imagery and restraint work together.</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two short sentences where you show courage or fear through action rather than naming the emotion.</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___ met ___. She/He was ___.</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17 — Good-bye to My Family</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17 — Good-bye to My Family</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pay attention to farewell scenes — they often reveal what a character values most. In Chapter 17, Isaac says good-bye to his family. Watch: what does he do? What does he say, and to whom? And what does he take with him into his ghost life?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How does Isaac say good-bye to his family in Chapter 17? What does he do, and what does he notice about each family member?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After saying good-bye, Isaac commits fully to helping Naomi. Why does saying good-bye to his family make this commitment possible? What has he let go of?</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Tim Tingle titled this chapter “Good-bye to My Family.” What kind of imagery does he use in this chapter to show the emotional weight of the farewell? Find at least one specific image and explain what it adds.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DRAFT WITH SUPPORT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Narrative Revision: Imagery &amp; Description</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Draft with support stage. Take Moment 1 from your plan and revise it. Add a sensory detail (something you see, hear, smell, or feel) and a comparison (like/as). Show the difference side-by-side: original, then revised.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