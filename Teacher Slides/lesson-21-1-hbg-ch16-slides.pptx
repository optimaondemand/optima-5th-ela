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21, Day 1, Chapter 16 — Seeking Naomi. Historical content note: this novel is narrated by a Choctaw boy during the Trail of Tears / removal era — handle with the same care as the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Isaac tells you on the first page that he is already a ghost. How does knowing the ending change how you feel as you read the beginning?
Reading: I will analyze Isaac's first-person narrative voice in Chapter 1.
Grammar: I will identify appositives in sentences from Chapter 1.
Spelling: I will sort historical vocabulary words by syllable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"naomi told the ghost that she had seen him before in the camp"
Corrected: "Naomi told the ghost, “I have seen you before in the camp.”"
Fix the unclear pronouns by using direct speech: “I” = Naomi, “you” = ghost. No confusion about who said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"naomi told the ghost that she had seen him before in the camp"
Corrected: "Naomi told the ghost, “I have seen you before in the camp.”"
Fix the unclear pronouns by using direct speech: “I” = Naomi, “you” = ghost. No confusion about who said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detail here I could cut because it doesn't support my point?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review — same word set practiced across the week (match/identify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tap/discuss and guess the appositive.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word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Open &amp; Closed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Isaac’s Path — 📍 Chapter 16 — Seeking Naomi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PLAN
Focus: Narrative Revision: Imagery &amp; Description
Task: Today is the Plan stage. This week you will revise a narrative you’ve written (from Week 18 or Week 19) with a focus on imagery and description. In your reading journal: choose three moments in your narrative that could use stronger imagery. Write the original version and then the imagery you want to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6F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Became a Ghost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Seeking Naomi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Week 21  ·  Courage &amp; Remembrance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tells you on the first page that he is already a ghost. How does knowing the ending change how you feel as you read the beginning?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Isaac's first-person narrative voice in Chapter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appositives in sentences from Chapter 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syllable count.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a character’s new situation changes what they can observe. Isaac is now a ghost — he can enter the soldiers’ camp undetected. As you read, watch: what does Isaac see that he couldn’t have seen while alive? And how does seeing it change what he plans to do?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grabbed his father and told him what he had seen.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 for all following pronouns.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grabbed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= Isaac's.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59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42569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4714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 = Father.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told the ghost that she had seen him before in the camp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told the ghost that she had seen him before in the camp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told the ghost, “I have seen you before in the camp.”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unclear pronouns by using direct speech: “I” = Naomi, “you” = ghost. No confusion about who said what.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searches for Naomi in this chapter. Which is a stronger act of love: searching no matter the danger, or accepting a loss you cannot change? Defend your answer with evidence from Chapter 16.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searches for Naomi in this chapter. Which is a stronger act of love: searching no matter the danger, or accepting a loss you cannot change? Defend your answer with evidence from Chapter 16.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detail here I could cut because it doesn't support my point?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Roots mem/memor + script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/ memor = memory → memoir, memorial, memorize, commemorate script = write → script, inscription, description, manuscript, prescribe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commemorate → Root: mem/memor (memory)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→ Root: script (write)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this week's chapters.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the story in their own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agreement between governments.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account of events a person lived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forced from your homeland.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what will happen in the future.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Show What You Know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sentence: “Isaac’s father, a quiet and dignified man, held Mother’s hand.” What is the appositive? What does it tell you about Isaac’s father?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Spelling: Open &amp; Closed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 by their first syllable.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Choctaw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992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992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408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Isaac’s Path — 📍 Chapter 16 — Seeking Naomi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— Seeking Naomi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a character’s new situation changes what they can observe. Isaac is now a ghost — he can enter the soldiers’ camp undetected. As you read, watch: what does Isaac see that he couldn’t have seen while alive? And how does seeing it change what he plans to do?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Isaac discover when he enters the soldiers’ camp and observes Naomi? Use at least two specific details about her situation.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sings a Choctaw song quietly when the soldiers can’t hear. What does this act of singing show about her? What is she protecting?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has new freedom as a ghost, but he also has limits. What can he do as a ghost? What can he still not do? How do these limits shape what the rescue plan will need to look like?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Revision: Imagery &amp; Description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Plan stage. This week you will revise a narrative you’ve written (from Week 18 or Week 19) with a focus on imagery and description. In your reading journal: choose three moments in your narrative that could use stronger imagery. Write the original version and then the imagery you want to add.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2026-07-13T17:32:03Z</dcterms:created>
  <dcterms:modified xsi:type="dcterms:W3CDTF">2026-07-13T17:32:03Z</dcterms:modified>
</cp:coreProperties>
</file>