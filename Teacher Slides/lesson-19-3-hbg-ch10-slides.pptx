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3, Chapter 10 — Bloody Footprints.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"however the ghost walkers stayed close and they watched over isaac"
Corrected: "However, the ghost walkers stayed close and watched over Isaac."
Comma after “However” (transition). Combine the predicates: “stayed close and watched over.” Capitalize Isaac (proper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"however the ghost walkers stayed close and they watched over isaac"
Corrected: "However, the ghost walkers stayed close and watched over Isaac."
Comma after “However” (transition). Combine the predicates: “stayed close and watched over.” Capitalize Isaac (proper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10 — Bloody Footprints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APPLY
Focus: Conflict and Rising Action
Task: Today is the Apply stage. Add ONE rising-tension sentence to your draft — a moment where everything is about to break. Look at Tingle: “I took a step. I had been standing for an hour.” Simple, short, devastating. Your rising-tension moment should feel like the reader can’t breathe.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19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10 — Bloody Footprints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the moments when a character almost gives up — because those moments show what a character is made of. In Chapter 10, Isaac is tested harder than ever before. As you read: what makes him almost give up? What brings him back?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However, Nita reached out her hand and pulled me forward.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However,  </a:t>
            </a:r>
            <a:pPr indent="0" marL="0">
              <a:buNone/>
            </a:pPr>
            <a:r>
              <a:rPr lang="en-US" sz="1150" dirty="0">
                <a:solidFill>
                  <a:srgbClr val="1E293B"/>
                </a:solidFill>
                <a:latin typeface="Calibri" pitchFamily="34" charset="0"/>
                <a:ea typeface="Calibri" pitchFamily="34" charset="-122"/>
                <a:cs typeface="Calibri" pitchFamily="34" charset="-120"/>
              </a:rPr>
              <a:t>Contrasting transition + comma.</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Nita  </a:t>
            </a:r>
            <a:pPr indent="0" marL="0">
              <a:buNone/>
            </a:pPr>
            <a:r>
              <a:rPr lang="en-US" sz="1150" dirty="0">
                <a:solidFill>
                  <a:srgbClr val="1E293B"/>
                </a:solidFill>
                <a:latin typeface="Calibri" pitchFamily="34" charset="0"/>
                <a:ea typeface="Calibri" pitchFamily="34" charset="-122"/>
                <a:cs typeface="Calibri" pitchFamily="34" charset="-120"/>
              </a:rPr>
              <a:t>Subject.</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reached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pulled  </a:t>
            </a:r>
            <a:pPr indent="0" marL="0">
              <a:buNone/>
            </a:pPr>
            <a:r>
              <a:rPr lang="en-US" sz="1150" dirty="0">
                <a:solidFill>
                  <a:srgbClr val="1E293B"/>
                </a:solidFill>
                <a:latin typeface="Calibri" pitchFamily="34" charset="0"/>
                <a:ea typeface="Calibri" pitchFamily="34" charset="-122"/>
                <a:cs typeface="Calibri" pitchFamily="34" charset="-120"/>
              </a:rPr>
              <a:t>Second 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however the ghost walkers stayed close and they watched over isaac</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however the ghost walkers stayed close and they watched over isaac</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However, the ghost walkers stayed close and watched over Isaac.</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Comma after “However” (transition). Combine the predicates: “stayed close and watched over.” Capitalize Isaac (proper noun).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'Bloody Footprints' chapter shows the physical toll of the march. Which is worse for the people on the Trail: the physical suffering, or having to keep walking anyway? Defend your answer with evidence from Chapter 10.</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'Bloody Footprints' chapter shows the physical toll of the march. Which is worse for the people on the Trail: the physical suffering, or having to keep walking anyway? Defend your answer with evidence from Chapter 10.</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“You cannot keep your eyes on the bloody footprints you have left behind you. You must keep your eyes on where you are going.”</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Parallel structure: “You cannot... You must...” This creates a lesson — it sounds like a proverb, like wisdom handed down.</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parallel sentences using “You cannot... You must...” about something hard.</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You cannot ___. You must ___.</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10 — Bloody Footprints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10 — Bloody Footprints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the moments when a character almost gives up — because those moments show what a character is made of. In Chapter 10, Isaac is tested harder than ever before. As you read: what makes him almost give up? What brings him back?</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Isaac stands frozen in the snow and nearly becomes a ghost. What specific things happen — physically and emotionally — that bring him to this point? Use at least two details from Chapter 10.</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Nita comes back for Isaac and says “Come with us.” Isaac tells her to go ahead. Then his father’s voice brings him back. What does it say about Nita that she comes back? And why is it his father’s voice that finally works?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 Week Closer. Over Chapters 8, 9, and 10, Isaac faces: the blanket deaths, the promise to Nita, and the frozen feet. What does he learn from each of these? How do they together shape who he is becoming?</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APPLY</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Conflict and Rising Action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Apply stage. Add ONE rising-tension sentence to your draft — a moment where everything is about to break. Look at Tingle: “I took a step. I had been standing for an hour.” Simple, short, devastating. Your rising-tension moment should feel like the reader can’t breathe.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