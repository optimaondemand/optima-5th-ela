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22, Day 3, Chapter 22 — Buried with the Bones.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"naomis plan was simple wait for dark then run toward gabes camp where they were waiting"
Corrected: "Naomi’s plan was simple: wait for dark, then run toward Gabe’s camp, where they were waiting."
Apostrophe in Naomi’s and Gabe’s (possessives). Colon after “simple” introduces the plan. Commas separate the sequential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"naomis plan was simple wait for dark then run toward gabes camp where they were waiting"
Corrected: "Naomi’s plan was simple: wait for dark, then run toward Gabe’s camp, where they were waiting."
Apostrophe in Naomi’s and Gabe’s (possessives). Colon after “simple” introduces the plan. Commas separate the sequential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22 — Buried with the Bones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APPLY
Focus: Draft Literary Analysis
Task: Today is the Apply stage. Read your draft from Day 2. Edit it: (1) check every pronoun for clarity, (2) add or improve one transition, (3) cut any redundant words. Show the before and after of your most important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22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22 — Buried with the Bones</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22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an author introduces cultural practices into the narrative. In Chapter 22, Tingle introduces the bonepickers — people with a sacred role. As you read: what is their job? What does it say about Choctaw culture that this role exists and is honored?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soldiers’ camp fell silent, and the captain gave the order: move out.</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soldiers’  </a:t>
            </a:r>
            <a:pPr indent="0" marL="0">
              <a:buNone/>
            </a:pPr>
            <a:r>
              <a:rPr lang="en-US" sz="1150" dirty="0">
                <a:solidFill>
                  <a:srgbClr val="1E293B"/>
                </a:solidFill>
                <a:latin typeface="Calibri" pitchFamily="34" charset="0"/>
                <a:ea typeface="Calibri" pitchFamily="34" charset="-122"/>
                <a:cs typeface="Calibri" pitchFamily="34" charset="-120"/>
              </a:rPr>
              <a:t>Apostrophe: possessive.</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silent,  </a:t>
            </a:r>
            <a:pPr indent="0" marL="0">
              <a:buNone/>
            </a:pPr>
            <a:r>
              <a:rPr lang="en-US" sz="1150" dirty="0">
                <a:solidFill>
                  <a:srgbClr val="1E293B"/>
                </a:solidFill>
                <a:latin typeface="Calibri" pitchFamily="34" charset="0"/>
                <a:ea typeface="Calibri" pitchFamily="34" charset="-122"/>
                <a:cs typeface="Calibri" pitchFamily="34" charset="-120"/>
              </a:rPr>
              <a:t>Comma.</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and  </a:t>
            </a:r>
            <a:pPr indent="0" marL="0">
              <a:buNone/>
            </a:pPr>
            <a:r>
              <a:rPr lang="en-US" sz="1150" dirty="0">
                <a:solidFill>
                  <a:srgbClr val="1E293B"/>
                </a:solidFill>
                <a:latin typeface="Calibri" pitchFamily="34" charset="0"/>
                <a:ea typeface="Calibri" pitchFamily="34" charset="-122"/>
                <a:cs typeface="Calibri" pitchFamily="34" charset="-120"/>
              </a:rPr>
              <a:t>FANBOYS.</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gave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6" name="Shape 14"/>
          <p:cNvSpPr/>
          <p:nvPr/>
        </p:nvSpPr>
        <p:spPr>
          <a:xfrm>
            <a:off x="365760" y="4425696"/>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7" name="Text 15"/>
          <p:cNvSpPr/>
          <p:nvPr/>
        </p:nvSpPr>
        <p:spPr>
          <a:xfrm>
            <a:off x="548640" y="4471416"/>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order:  </a:t>
            </a:r>
            <a:pPr indent="0" marL="0">
              <a:buNone/>
            </a:pPr>
            <a:r>
              <a:rPr lang="en-US" sz="1150" dirty="0">
                <a:solidFill>
                  <a:srgbClr val="1E293B"/>
                </a:solidFill>
                <a:latin typeface="Calibri" pitchFamily="34" charset="0"/>
                <a:ea typeface="Calibri" pitchFamily="34" charset="-122"/>
                <a:cs typeface="Calibri" pitchFamily="34" charset="-120"/>
              </a:rPr>
              <a:t>Colon: introduces what follows.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naomis plan was simple wait for dark then run toward gabes camp where they were waiting</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naomis plan was simple wait for dark then run toward gabes camp where they were waiting</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Naomi’s plan was simple: wait for dark, then run toward Gabe’s camp, where they were waiting.</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Apostrophe in Naomi’s and Gabe’s (possessives). Colon after “simple” introduces the plan. Commas separate the sequential steps.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Chapter 22 is titled 'Buried with the Bones.' Which is the greater loss described here: the lives lost, or the proper burials and rituals the people couldn't always give them? Defend your answer with evidence.</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Chapter 22 is titled 'Buried with the Bones.' Which is the greater loss described here: the lives lost, or the proper burials and rituals the people couldn't always give them?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think a strong panther could handle the soldiers.”</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A single declarative sentence. Short. Confident. No hedge, no qualifications. After all the uncertainty, this sentence lands with full weight because of its simplicity.</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one short, confident sentence that says something important without hedging.</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I think ___.</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22 — Buried with the Bones</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22 — Buried with the Bones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when an author introduces cultural practices into the narrative. In Chapter 22, Tingle introduces the bonepickers — people with a sacred role. As you read: what is their job? What does it say about Choctaw culture that this role exists and is honored?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Who are the bonepickers, and what is their sacred role? How does Tingle describe them and their work?</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The bonepickers appear in the middle of the rescue story. Why does Tingle include them here? What connection does their work have to Isaac’s work as a ghost?</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 Week Closer. In Chapters 20, 21, and 22, three things stand out: Naomi’s strength, the panther and fire, and the bonepickers. What is Tingle saying about the relationship between the living and the dead through all three of these? What is the “thread” connecting them?</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APPLY</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Draft Literary Analysis</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Apply stage. Read your draft from Day 2. Edit it: (1) check every pronoun for clarity, (2) add or improve one transition, (3) cut any redundant words. Show the before and after of your most important edit.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