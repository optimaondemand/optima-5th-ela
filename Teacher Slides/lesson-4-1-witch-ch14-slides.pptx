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4, Day 1, Chapter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What happens when autumn beauty, old longings, and political storms all arrive at once — and force people to show what they truly value?
Reading: I will explain how repeated conflicts in Chapter 14 develop the novel’s themes of belonging and freedom.
Grammar: I will define verb tense consistency in narrative writing.
Spelling: I will define accent and syllable stress patterns in longer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lens aloud before students open their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"kit stands in the doorway yesterday and is holding her breath at the autumn colors that burned like a torch"
Corrected: "Kit stood in the doorway yesterday and held her breath at the autumn colors that burned like a torch."
Compare with the model: “Kit” needs a capital K. The verbs must stay in past tense — “stood” and “held” (not “stands” and “is holding”). End with a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"kit stands in the doorway yesterday and is holding her breath at the autumn colors that burned like a torch"
Corrected: "Kit stood in the doorway yesterday and held her breath at the autumn colors that burned like a torch."
Compare with the model: “Kit” needs a capital K. The verbs must stay in past tense — “stood” and “held” (not “stands” and “is holding”). End with a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Remind students: pick a side, defend it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Could I combine two of these sentences?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 Graded SWYK strand today: Morphology.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Decode &amp; Discover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discuss and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labels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Accent &amp; Syllable Stress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Kit’s Path Through The Witch of Blackbird Pond — 📍 You are here: Chapter 14 — Autumn beauty and the Dolphin returns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reading,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distinct from the Quick Write — it is graded reading-response writing tied directly to today's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 of Blackbird Pond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— Autumn beauty and the Dolphin returns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🕯️  Week 4  ·  Virtue: Perseverance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autumn beauty, old longings, and political storms all arrive at once — and force people to show what they truly value?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774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explain how repeated conflicts in Chapter 14 develop the novel’s themes of belonging and freedom.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004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define verb tense consistency in narrative writing.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0233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define accent and syllable stress patterns in longer words.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READING LENS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how a story’s theme builds through repeated conflicts. A theme isn’t stated outright — it develops each time a character faces a choice or clash that connects to the same big idea. In Chapter 14, several conflicts surface: Kit’s longing for the sea, Nat’s bitterness about William, and the political storm over the colony’s freedom. Ask yourself: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WATCH FOR THIS AS YOU READ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679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does Kit’s reaction to autumn and the Dolphin reveal about what she truly values?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1927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9242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Why is Nat angry about the diamond-paned windows? What bigger idea is at stake?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03250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1056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does the news about Governor Andros connect to the theme of freedom 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stood in the doorway and held her breath with wonder.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 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083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stood  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2958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844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 </a:t>
            </a:r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stands in the doorway yesterday and is holding her breath at the autumn colors that burned like a torch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stands in the doorway yesterday and is holding her breath at the autumn colors that burned like a torch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stood in the doorway yesterday and held her breath at the autumn colors that burned like a torch.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model: “Kit” needs a capital K. The verbs must stay in past tense — “stood” and “held” (not “stands” and “is holding”). End with a period.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moment reveals more about what Kit truly values — her powerful reaction to autumn, or her uncle's "curious reverence" for a handful of soil? Defend your choice with evidence from Chapter 14.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moment reveals more about what Kit truly values — her powerful reaction to autumn, or her uncle's "curious reverence" for a handful of soil? Defend your choice with evidence from Chapter 14.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 combine two of these sentences?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Suffixes -able / -ible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(verb) → creative (adjective) — having the quality of creating | instruct (verb) → instructive (adjective) — tending to instruct | imagine (verb) → imaginative (adjective) — having the quality of imagining | act (verb) → active (adjective) — tending to 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Morphology
</a:t>
            </a:r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-able or -ible words (creative, instructive, imaginative, active). For each, explain what the base word means and how the suffix changes it to an adjective.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 — Decode &amp; Discover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Discover — words from Chapter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reverence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respect and awe. Uncle Matthew holds the soil as though it were sacred — his reverence shows how much the land means to him.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3794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mockery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Scornful ridicule or contempt. Nat’s voice drips with mockery when he describes William’s diamond-paned windows — he is hurt and hiding it behind sarcasm.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2374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indifferent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no interest or concern. Nat pretends to be indifferent — his words are polite, but his flat tone reveals that he is deliberately hiding his true feelings.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20954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reluctance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Unwillingness or hesitation. Kit is torn — she wants to see the Dolphin but dreads what that longing says about her life in Wethersfield.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✏️ Grammar: Verb Tense Consistency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— Define — what is verb tense consistency?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Pick a tense and stay in it. Most narratives use past tense: “Kit stood in the doorway and held her breath.” Rule 2 — Don’t shift mid-sentence. ✘ “Kit stood in the doorway and holds her breath.” The shift from past to present jars the reader. Rule 3 — Dialogue can differ. Characters speak in present tense naturally: “I know where the charter went,” she said. The “said” stays in past tense; the spoken words are present because the character is speaking now.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stood in the doorway and holds her breath with wonder.
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237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maple tree burned like a torch and the leaves crackle underfoot.
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552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bounded over the rail and comes toward her with a package.
</a:t>
            </a:r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✏️ Grammar: Verb Tense Consistency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— Define — what is verb tense consistency?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Pick a tense and stay in it. Most narratives use past tense: “Kit stood in the doorway and held her breath.” Rule 2 — Don’t shift mid-sentence. ✘ “Kit stood in the doorway and holds her breath.” The shift from past to present jars the reader. Rule 3 — Dialogue can differ. Characters speak in present tense naturally: “I know where the charter went,” she said. The “said” stays in past tense; the spoken words are present because the character is speaking now.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stood in the doorway and holds her breath with wonder.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Error/fix needed at: “holds”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237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maple tree burned like a torch and the leaves crackle underfoot.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Error/fix needed at: “crackle”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552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bounded over the rail and comes toward her with a package.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Error/fix needed at: “comes”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🔠 Spelling: Accent &amp; Syllable Stress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— Discover — where does the stress fall?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FIRST syllable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reverence  ·  elegant  ·  confidence  ·  beautiful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SECOND syllable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5087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reluctance  ·  bewildering  ·  magnificent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Kit’s Path Through The Witch of Blackbird Pond — 📍 You are here: Chapter 14 — Autumn beauty and the Dolphin returns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0428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— Autumn beauty and the Dolphin returns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KEEP YOUR READING LENS IN MIND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46704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Kit’s reaction to autumn and the Dolphin reveal about what she truly values?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Nat angry about the diamond-paned windows? What bigger idea is at stake?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news about Governor Andros connect to the theme of freedom 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Questions — Preview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(PART 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Why does Kit feel such a powerful reaction to autumn in New England? What does her response reveal about her emotional state and what she misses about Barbados?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Why is Nat so bitter when he delivers Hannah’s cloth? What do the “sixteen diamond-paned windows” represent to him, and what does his mockery reveal about his feelings toward Kit?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45536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How does the news about Governor Andros connect to the novel’s developing theme of freedom? What parallels do you see between the colony’s struggle and Kit’s personal conflicts?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 (Part C)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CRAFT-FOCUSED RESPONSE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watches her uncle hold a handful of soil “with a curious reverence.” Write 2–3 sentences from Kit’s perspective, describing what she sees and what she suddenly understands about her uncle. Use at least one sensory detail.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2026-07-12T13:24:41Z</dcterms:created>
  <dcterms:modified xsi:type="dcterms:W3CDTF">2026-07-12T13:24:41Z</dcterms:modified>
</cp:coreProperties>
</file>