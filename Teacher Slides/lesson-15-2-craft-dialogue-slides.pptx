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Week 15 Day 2 — Authentic Dialogue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How can what a character says — without the narrator explaining a thing — tell us exactly who they are?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lens before students dive into today's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Tap-and-notice only, no answer required — discuss why each part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"look here johnny im not getting up cause you tell me to"
Corrected: "'Look here, Johnny, I'm not getting up 'cause you tell me to.'"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"look here johnny im not getting up cause you tell me to"
Corrected: "'Look here, Johnny, I'm not getting up 'cause you tell me to.'"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poem aloud. Give students a moment to notice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Sort or Match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discuss and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labels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Historical Vocabulary Syllables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 sequence: Reader, Writer, Mimic.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passage aloud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no single right answer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today's study,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writing time — this is the day's graded writing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4AF6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Becoming a Historical Writer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Dialogue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Johnny Tremain, Ch. I — Dove &amp; Johnny's Exchange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Writer's Bridge  ·  Voice &amp; Craft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Question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what a character says — without the narrator explaining a thing — tell us exactly who they are?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7004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72491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📜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Text: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study how Esther Forbes uses dialogue to reveal character and relationships, and answer craft questions about her choices.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41985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identify dialogue punctuation — quotation marks, tags, and commas — inside real sentences.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05993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1480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sort historical vocabulary words by their syllable pattern.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writers let dialogue do the work — trusting readers to figure out personality from what a character says, without the narrator explaining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WATCH FOR THIS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does each character’s own words reveal about them?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9806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87121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the way they speak show personality or relationship?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51129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5844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would be lost if the narrator just told us instead?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SENTENCE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'All right,' said Johnny blandly, 'just so you're up.'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SPOT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"All" — capital letter starts the spoken sentence inside the quotes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083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"blandly" — an adverb telling us HOW Johnny said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958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844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follows the dialogue tag before the quotation continues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here johnny im not getting up cause you tell me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here johnny im not getting up cause you tell me 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'Look here, Johnny, I'm not getting up 'cause you tell me to.'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Opening/closing quotation marks, capital "Look," comma after "here," apostrophe in "I'm."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Poetry Corner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2423160"/>
          </a:xfrm>
          <a:prstGeom prst="roundRect">
            <a:avLst>
              <a:gd name="adj" fmla="val 3774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Daybreak (excerpt)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Henry Wadsworth Longfellow (public domain)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wind came up out of the sea,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said, "O mists, make room for me."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hailed the ships, and cried, "Sail on,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 mariners, the night is gone."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hurried landward far away,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Crying, "Awake! it is the day."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WHAT DO YOU NOTICE?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850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77647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feeling or image stands out?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scrib / script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root hiding inside each word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spotting exactly where scrib/script hides inside a longer word.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013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— root: scrib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76856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225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— root: scrib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437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— root: 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1927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— root: script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 — Sort or Match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9264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blandly / pertly / calmly
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HOW someone spoke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27632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 / master / mistress
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household role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Dialogue Punctuation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punctuation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 usually separates spoken words from a dialogue tag. Today, find that exact comma inside real sentences from Chapter I.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ONE comma that separates the spoken words from the dialogue tag.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17627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'All right[,]' said Johnny blandly[,] 'just so you're up.'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7121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'Here it is[,]' piped Dusty pertly[.]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1129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6616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'Gosh[,] Johnny. I'm sorry[,]' snickered Dove.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Dialogue Punctuation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punctuation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 usually separates spoken words from a dialogue tag. Today, find that exact comma inside real sentences from Chapter 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'All right,' said Johnny blandly, 'just so you're up.'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comma after "blandly"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4871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'Here it is,' piped Dusty pertly.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comma after "is"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2724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8211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'Gosh, Johnny. I'm sorry,' snickered Dove.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comma after "sorry"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22192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953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
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sentence from the practice above. Explain how you knew which comma separated the spoken words from the tag, and write one original correctly-punctuated dialogue sentence.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Historical Vocabulary Syllables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syllable pattern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Syllables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candle, pewter, cobbler, tinker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Syllables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5087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apprentice, colonial, silversmith, historical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RWM — Reader · Writer · Mimic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784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'All right,' said Johnny blandly, 'just so you're up.'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73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Johnny's calm reveal about his confidence in this moment? He isn't anxious — his easy reply tells us he already feels secure.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2374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where Forbes places the dialogue tag — tucked in the middle, between two pieces of the same spoken sentence — and the adverb "blandly" doing all the tone-work.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00984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7413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sentence frame to write your own line of mid-sentence dialogue with an adverb tag.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Frame: '___,' said [Name] ___ly, '___.'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Study: Chapter I, "Up and About"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same chapter — but listen instead. Forbes never tells us Johnny is confident or Dove is grumpy; she lets their words show 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35608"/>
            <a:ext cx="8046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'Look here, Johnny, I'm not getting up 'cause you tell me to. I'm getting up 'cause Mrs. Lapham tells me to.' 'All right,' said Johnny blandly, 'just so you're up.'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Notice &amp; Discuss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Dove never says he's stubborn or lazy — what does he say instead, and how does it show those qualities anyway?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3911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Johnny doesn't argue back — what does his short, calm reply tell you about his place in the household?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Craft Questions — Preview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Johnny's calm reply ("said Johnny blandly") reveal about his personality and confidence?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3911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12264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exchange reveal about Johnny and Dove’s relationship — equals, or is one more confident?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54096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could have written "calmly" or "confidently" — why "blandly" instead? How does this shape tone?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Diary Entry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WRITING TASK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diary entry (5–6 sentences) that includes one line of dialogue revealing your character's personality — without the narrator explaining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2026-07-13T03:04:00Z</dcterms:created>
  <dcterms:modified xsi:type="dcterms:W3CDTF">2026-07-13T03:04:00Z</dcterms:modified>
</cp:coreProperties>
</file>