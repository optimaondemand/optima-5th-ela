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18, Day 1, Chapter 4 — Fire in the Hair. Historical content note: this novel is narrated by a Choctaw boy during the Trail of Tears / removal era — handle with the same care as the source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Isaac tells you on the first page that he is already a ghost. How does knowing the ending change how you feel as you read the beginning?
Reading: I will analyze Isaac's first-person narrative voice in Chapter 1.
Grammar: I will identify appositives in sentences from Chapter 1.
Spelling: I will sort historical vocabulary words by syllable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lens aloud before students open their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blanket was grabbed by isaac and the flames were smothered by him"
Corrected: "Isaac grabbed the blanket and smothered the flames."
Active voice: Isaac is the subject who acts. Strong verbs — “grabbed” and “smothered” — show exactly what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blanket was grabbed by isaac and the flames were smothered by him"
Corrected: "Isaac grabbed the blanket and smothered the flames."
Active voice: Isaac is the subject who acts. Strong verbs — “grabbed” and “smothered” — show exactly what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routine — use if time allows. Read the prompt aloud. Remind students: pick a side, defend with evidence, anticipate disagreement.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Is there a detail here I could cut because it doesn't support my point?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review — same word set practiced across the week (match/identify game).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answers yet — students tap/discuss and guess the appositive.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revealed — correct word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🔠 Spelling: Open &amp; Closed Syllables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Isaac’s Path — 📍 Chapter 4 — Fire in the Hair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after reading, in the Assignment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Connection — Stage: PLAN
Focus: Developing First-Person Voice
Task: Today is the Plan stage. Tim Tingle writes from inside Isaac’s thoughts — we feel what Isaac feels because we’re in his head. In your reading journal: brainstorm 3–4 moments from your own life where you felt fear, wonder, or loss — moments you could narrate from the inside.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B6FC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18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Became a Ghost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Fire in the Hair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 Week 18  ·  Courage &amp; Remembrance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tells you on the first page that he is already a ghost. How does knowing the ending change how you feel as you read the beginning?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591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analyze Isaac's first-person narrative voice in Chapter 1.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638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identify appositives in sentences from Chapter 1.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89534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9684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sort historical vocabulary words by syllable count.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Readers 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READING LENS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554480"/>
          </a:xfrm>
          <a:prstGeom prst="roundRect">
            <a:avLst>
              <a:gd name="adj" fmla="val 588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0432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what a character does in a crisis. Actions reveal character more than words do. In Chapter 4, Isaac faces fire, riders, and the burning of his town. Watch what Isaac does — not what he says. What do those actions tell you about who he is?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grabbed my blanket and smothered the flames.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— Isaac acts.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3522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grabbed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verb: precise, physical action.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40156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4472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smothered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strong verb: exact action of putting out fire.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913632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9593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flames.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ends the sentence.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blanket was grabbed by isaac and the flames were smothered by him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blanket was grabbed by isaac and the flames were smothered by him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grabbed the blanket and smothered the flames.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voice: Isaac is the subject who acts. Strong verbs — “grabbed” and “smothered” — show exactly what happened.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Isaac's family loses their home to fire in this chapter. Which loss hits harder: losing the physical house, or losing the sense of safety that came with it? Defend your answer with evidence from Chapter 4.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This matters because...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Isaac's family loses their home to fire in this chapter. Which loss hits harder: losing the physical house, or losing the sense of safety that came with it? Defend your answer with evidence from Chapter 4.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because...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detail here I could cut because it doesn't support my point?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Morphology: Roots mem/memor + script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 / memor = memory → memoir, memorial, memorize, commemorate script = write → script, inscription, description, manuscript, prescribe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9222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commemorate → Root: mem/memor (memory)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323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→ Root: script (write)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Vocabulary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from this week's chapters.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telling the story in their own words.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agreement between governments.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31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memoir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account of events a person lived through.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forced from your homeland.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20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prophecy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of what will happen in the future.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Grammar: Appositives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Identify — tap the appositive in each sentence.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appositive renames or describes the noun right before it. It is set off with commas on both sides.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Isaac, a ten-year-old Choctaw boy, lived in Mississippi.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762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Jumper, my dog, was always by my side.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5234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7980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Luke, my big brother, left to play stickball.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198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Talk, news from the Nahullos, had come to town.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Grammar: Appositives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Identify — tap the appositive in each sentence.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appositive renames or describes the noun right before it. It is set off with commas on both sides.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Isaac, a ten-year-old Choctaw boy, lived in Mississippi.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762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Jumper, my dog, was always by my side.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5234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7980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Luke, my big brother, left to play stickball.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198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Talk, news from the Nahullos, had come to town.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014216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87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 · Show What You Know
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sentence: “Isaac’s father, a quiet and dignified man, held Mother’s hand.” What is the appositive? What does it tell you about Isaac’s father?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Spelling — Spelling: Open &amp; Closed Syllables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 by their first syllable.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syllables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Choctaw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6992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syllables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6992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Mississippi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7408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syllables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7408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Isaac’s Path — 📍 Chapter 4 — Fire in the Hair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04288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Fire in the Hair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KEEP YOUR READING LENS IN MIND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46704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what a character does in a crisis. Actions reveal character more than words do. In Chapter 4, Isaac faces fire, riders, and the burning of his town. Watch what Isaac does — not what he says. What do those actions tell you about who he is?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Questions — Preview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(PART 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woke Isaac from sleep, and what happened before he escaped the house? Tell the sequence using at least two specific details from Chapter 4.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579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Isaac says “The Jonahs died in the fire,” Luke asks “How do you know that?” Isaac doesn’t answer. What gift is Isaac using? Why does he stay silent?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45536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Tingle writes: “Houses are alive. Every house shook before it fell. Every house shouted.” What does Isaac mean? What is he saying about home — and what is lost when a home falls?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PLAN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First-Person Voice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TODAY'S TASK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031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the Plan stage. Tim Tingle writes from inside Isaac’s thoughts — we feel what Isaac feels because we’re in his head. In your reading journal: brainstorm 3–4 moments from your own life where you felt fear, wonder, or loss — moments you could narrate from the inside.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2026-07-13T17:32:02Z</dcterms:created>
  <dcterms:modified xsi:type="dcterms:W3CDTF">2026-07-13T17:32:02Z</dcterms:modified>
</cp:coreProperties>
</file>