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22, Day 1, Chapter 20 — Naomi the Strong.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"isaac and naomi they had a plan but he wasnt sure it was going to work for them"
Corrected: "Isaac and Naomi had a plan, but Isaac wasn’t sure it would work."
Remove “they” (redundant with the compound subject). Replace “he” with “Isaac” (clarity). Tighten “going to work for them” → “would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"isaac and naomi they had a plan but he wasnt sure it was going to work for them"
Corrected: "Isaac and Naomi had a plan, but Isaac wasn’t sure it would work."
Remove “they” (redundant with the compound subject). Replace “he” with “Isaac” (clarity). Tighten “going to work for them” → “would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20 — Naomi the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PLAN
Focus: Draft Literary Analysis
Task: Today is the Plan stage of your literary analysis draft. This week you will draft a paragraph analyzing a character, theme, or authorial choice in the novel. In your reading journal: choose your topic (Naomi’s strength, Isaac’s role as ghost, the theme of justice) and write a claim statement + two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22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20 — Naomi the Strong</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22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what a character does to survive. Naomi is in a terrible situation — but Tingle doesn’t let her just be a victim. As you read Chapter 20: what specific things does Naomi do to hold on to who she is? What does “strong” look like in her circumstances?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Isaac and the ghost walkers devised a plan to distract the soldiers.</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Isaac  </a:t>
            </a:r>
            <a:pPr indent="0" marL="0">
              <a:buNone/>
            </a:pPr>
            <a:r>
              <a:rPr lang="en-US" sz="1150" dirty="0">
                <a:solidFill>
                  <a:srgbClr val="1E293B"/>
                </a:solidFill>
                <a:latin typeface="Calibri" pitchFamily="34" charset="0"/>
                <a:ea typeface="Calibri" pitchFamily="34" charset="-122"/>
                <a:cs typeface="Calibri" pitchFamily="34" charset="-120"/>
              </a:rPr>
              <a:t>Clear subject.</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devised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distract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isaac and naomi they had a plan but he wasnt sure it was going to work for them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isaac and naomi they had a plan but he wasnt sure it was going to work for them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Isaac and Naomi had a plan, but Isaac wasn’t sure it would work.</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Remove “they” (redundant with the compound subject). Replace “he” with “Isaac” (clarity). Tighten “going to work for them” → “would work.”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Chapter 20 calls Naomi strong. Is Naomi's strength shown more through what she does, or through what she endures? Defend your answer with evidence from the chapter.</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Chapter 20 calls Naomi strong. Is Naomi's strength shown more through what she does, or through what she endures? Defend your answer with evidence from the chapter.</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20 — Naomi the Strong</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20 — Naomi the Strong</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what a character does to survive. Naomi is in a terrible situation — but Tingle doesn’t let her just be a victim. As you read Chapter 20: what specific things does Naomi do to hold on to who she is? What does “strong” look like in her circumstances?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What specific acts of resistance does Naomi perform in Chapter 20? Why does Tingle show us these particular acts?</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Isaac and Naomi figure out how to work together across the ghost boundary. What does each of them bring to the plan? Who leads? Who follows? How is their partnership different from most rescue stories?</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This novel is told in first person by Isaac, a ghost. But Naomi is arguably the most important character. How does Tingle keep Naomi vivid and central even though we only see her through Isaac’s eyes?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PLAN</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Draft Literary Analysis</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Plan stage of your literary analysis draft. This week you will draft a paragraph analyzing a character, theme, or authorial choice in the novel. In your reading journal: choose your topic (Naomi’s strength, Isaac’s role as ghost, the theme of justice) and write a claim statement + two pieces of evidence.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