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5, Day 2, Chapter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it mean to speak the truth when everyone around you is ruled by fear, and how can a child’s voice change everything?
Reading: I will identify how the resolution reveals character growth and theme—Kit’s trial, Prudence’s courage, and what truth means in the face of fear.
Grammar: I will identify where commas belong after introductory words and phrases in sentences from the novel.
Spelling: I will sort words by suffix pattern in a cumulative suffix rule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"before the crowd prudence opened the bible and read in a clear steady voice"
Corrected: "Before the crowd, Prudence opened the Bible and read in a clear, steady voice."
Compare with the model: “Before the crowd” is an introductory phrase and needs a comma after it. Capitalize “Prudence” (proper name) and “Bible” (proper noun). Add a comma between “clear” and “steady” (coordinate adjectives).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"before the crowd prudence opened the bible and read in a clear steady voice"
Corrected: "Before the crowd, Prudence opened the Bible and read in a clear, steady voice."
Compare with the model: “Before the crowd” is an introductory phrase and needs a comma after it. Capitalize “Prudence” (proper name) and “Bible” (proper noun). Add a comma between “clear” and “steady” (coordinate adjectives).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this detail necessary, or can I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Cumulative Suffix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19 — Kit’s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5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19 — The Trial &amp; Prudence’s Courage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5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does it mean to speak the truth when everyone around you is ruled by fear, and how can a child’s voice change everything?</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identify how the resolution reveals character growth and theme—Kit’s trial, Prudence’s courage, and what truth means in the face of fear.</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where commas belong after introductory words and phrases in sentences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suffix pattern in a cumulative suffix rule review.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Today, watch how a crisis reveals who people truly are. Kit stands trial for witchcraft, facing absurd accusations and a terrified crowd. Pay attention to who shows courage when it matters most—and who stays silent. Notice how one child’s voice can undo what fear has built.</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When the crowd erupts against Kit, who steps forward to help her? Who is missing? What does each person’s choice reveal about their character?</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When Prudence reads from the Bible, the entire mood in the room shifts. Why does a child’s voice carry more power than all of the adults’ arguments?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Before the crowd, Prudence opened the Bible and read in a clear, steady voice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Before the crowd,  </a:t>
            </a:r>
            <a:pPr indent="0" marL="0">
              <a:buNone/>
            </a:pPr>
            <a:r>
              <a:rPr lang="en-US" sz="1200" dirty="0">
                <a:solidFill>
                  <a:srgbClr val="1E293B"/>
                </a:solidFill>
                <a:latin typeface="Calibri" pitchFamily="34" charset="0"/>
                <a:ea typeface="Calibri" pitchFamily="34" charset="-122"/>
                <a:cs typeface="Calibri" pitchFamily="34" charset="-120"/>
              </a:rPr>
              <a:t>“Before the crowd” is an introductory prepositional phrase. A comma separates it from the main clause.</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Prudence  </a:t>
            </a:r>
            <a:pPr indent="0" marL="0">
              <a:buNone/>
            </a:pPr>
            <a:r>
              <a:rPr lang="en-US" sz="1200" dirty="0">
                <a:solidFill>
                  <a:srgbClr val="1E293B"/>
                </a:solidFill>
                <a:latin typeface="Calibri" pitchFamily="34" charset="0"/>
                <a:ea typeface="Calibri" pitchFamily="34" charset="-122"/>
                <a:cs typeface="Calibri" pitchFamily="34" charset="-120"/>
              </a:rPr>
              <a:t>Prudence is a proper name and starts with a capital letter.</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opened  </a:t>
            </a:r>
            <a:pPr indent="0" marL="0">
              <a:buNone/>
            </a:pPr>
            <a:r>
              <a:rPr lang="en-US" sz="1200" dirty="0">
                <a:solidFill>
                  <a:srgbClr val="1E293B"/>
                </a:solidFill>
                <a:latin typeface="Calibri" pitchFamily="34" charset="0"/>
                <a:ea typeface="Calibri" pitchFamily="34" charset="-122"/>
                <a:cs typeface="Calibri" pitchFamily="34" charset="-120"/>
              </a:rPr>
              <a:t>“Opened” is past tense, matching the narrative.</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Bible  </a:t>
            </a:r>
            <a:pPr indent="0" marL="0">
              <a:buNone/>
            </a:pPr>
            <a:r>
              <a:rPr lang="en-US" sz="1200" dirty="0">
                <a:solidFill>
                  <a:srgbClr val="1E293B"/>
                </a:solidFill>
                <a:latin typeface="Calibri" pitchFamily="34" charset="0"/>
                <a:ea typeface="Calibri" pitchFamily="34" charset="-122"/>
                <a:cs typeface="Calibri" pitchFamily="34" charset="-120"/>
              </a:rPr>
              <a:t>Bible is a proper noun and is always capitalized.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before the crowd prudence opened the bible and read in a clear steady voice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before the crowd prudence opened the bible and read in a clear steady voice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Before the crowd, Prudence opened the Bible and read in a clear, steady voice.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“Before the crowd” is an introductory phrase and needs a comma after it. Capitalize “Prudence” (proper name) and “Bible” (proper noun). Add a comma between “clear” and “steady” (coordinate adjectives).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Proverbs 23:23</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King James Bible</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Buy the truth, and sell it not;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also wisdom, and instruction,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understanding.</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Prudence reads this verse aloud at Kit’s trial, and it changes everything. What does it mean to “buy the truth”? What price did Kit, Nat, and Prudence each pay to stand up for what was true?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 deserves more credit for how the trial turns out — Prudence, for her courage to read aloud, or Nat, for risking arrest to bring her there? Defend your answer with evidence. Someone might disagree —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Who deserves more credit for how the trial turns out — Prudence, for her courage to read aloud, or Nat, for risking arrest to bring her there? Defend your answer with evidence. Someone might disagree —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this detail necessary, or can I cut it?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-ity / -ty</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authority (author + -ity) — Captain Talcott held authority over the inquiry | reality (real + -ity) — Kit faced the reality that the crowd wanted her punished | cruelty (cruel + -ty) — The accusations showed the cruelty of mob fear | security (secure + -ity) — Kit longed for the security of knowing she would be freed | curiosity (curious + -ity) — Goodman Cruff stared at Prudence’s reading with curiosity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19 · Quick Match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Commas with Introductory Phrases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Find where commas belong after introductory words and phrases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Introductory word: “ Suddenly, the courtroom doors burst open.” — “Suddenly” sets the scene. Introductory phrase: “ Before the crowd, Prudence opened the Bible.” — “Before the crowd” tells where. Watch for: If the introductory part is very short (one word like “Then”), the comma is sometimes optional, but it is never wrong to include it.</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During the inquiry Captain Talcott called the witnesses forward.
</a:t>
            </a:r>
            <a:pPr indent="0" marL="0">
              <a:buNone/>
            </a:pP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Trembling with fear Kit refused to reveal who owned the copybook.
</a:t>
            </a:r>
            <a:pPr indent="0" marL="0">
              <a:buNone/>
            </a:pP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Without warning Nat appeared in the doorway with Prudence beside him.
</a:t>
            </a:r>
            <a:pPr indent="0" marL="0">
              <a:buNone/>
            </a:pP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Commas with Introductory Phrases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Find where commas belong after introductory words and phrases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Introductory word: “ Suddenly, the courtroom doors burst open.” — “Suddenly” sets the scene. Introductory phrase: “ Before the crowd, Prudence opened the Bible.” — “Before the crowd” tells where. Watch for: If the introductory part is very short (one word like “Then”), the comma is sometimes optional, but it is never wrong to include it.</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During the inquiry Captain Talcott called the witnesses forward.
</a:t>
            </a:r>
            <a:pPr indent="0" marL="0">
              <a:buNone/>
            </a:pPr>
            <a:r>
              <a:rPr lang="en-US" sz="1200" b="1" dirty="0">
                <a:solidFill>
                  <a:srgbClr val="34B76F"/>
                </a:solidFill>
                <a:latin typeface="Calibri" pitchFamily="34" charset="0"/>
                <a:ea typeface="Calibri" pitchFamily="34" charset="-122"/>
                <a:cs typeface="Calibri" pitchFamily="34" charset="-120"/>
              </a:rPr>
              <a:t>✅ During the inquiry, Captain Talcott called the witnesses forward.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Trembling with fear Kit refused to reveal who owned the copybook.
</a:t>
            </a:r>
            <a:pPr indent="0" marL="0">
              <a:buNone/>
            </a:pPr>
            <a:r>
              <a:rPr lang="en-US" sz="1200" b="1" dirty="0">
                <a:solidFill>
                  <a:srgbClr val="34B76F"/>
                </a:solidFill>
                <a:latin typeface="Calibri" pitchFamily="34" charset="0"/>
                <a:ea typeface="Calibri" pitchFamily="34" charset="-122"/>
                <a:cs typeface="Calibri" pitchFamily="34" charset="-120"/>
              </a:rPr>
              <a:t>✅ Trembling with fear, Kit refused to reveal who owned the copybook.</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Without warning Nat appeared in the doorway with Prudence beside him.
</a:t>
            </a:r>
            <a:pPr indent="0" marL="0">
              <a:buNone/>
            </a:pPr>
            <a:r>
              <a:rPr lang="en-US" sz="1200" b="1" dirty="0">
                <a:solidFill>
                  <a:srgbClr val="34B76F"/>
                </a:solidFill>
                <a:latin typeface="Calibri" pitchFamily="34" charset="0"/>
                <a:ea typeface="Calibri" pitchFamily="34" charset="-122"/>
                <a:cs typeface="Calibri" pitchFamily="34" charset="-120"/>
              </a:rPr>
              <a:t>✅ Without warning, Nat appeared in the doorway with Prudence beside him.</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00" i="1" dirty="0">
                <a:solidFill>
                  <a:srgbClr val="1E293B"/>
                </a:solidFill>
                <a:latin typeface="Calibri" pitchFamily="34" charset="0"/>
                <a:ea typeface="Calibri" pitchFamily="34" charset="-122"/>
                <a:cs typeface="Calibri" pitchFamily="34" charset="-120"/>
              </a:rPr>
              <a:t>Add commas after every introductory word or phrase in this passage. Rewrite it with correct punctuation: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Cumulative Suffix 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suffix type</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-ity / -ty Suffix</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authority  ·  cruelty  ·  curiosity  ·  security</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-able / -ible Suffix</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comfortable  ·  irresistible  ·  dependable  ·  remarkable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“Buy the truth, and sell it not; also wisdom, and instruction, and understanding.”</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Matthew really saying here? This is not just about a document—it is about identity. What does “free men” mean to Matthew and the colonists?</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Notice how Speare gives Matthew the strongest line in the chapter. He does not say “we want our charter back.” He says they will “show the world.” How does word choice turn a political statement into a theme statement about freedom?</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a theme statement about Chapter 19. Do not use one-word themes like “freedom.” Instead, write a complete sentence that captures what the chapter shows about freedom. Use the frame below.</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In Chapter 19, Speare shows that freedom is not just ___; it is also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19 — Kit’s Trial</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19 — The Trial &amp; Prudence’s Courage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When the crowd erupts against Kit, who steps forward to help her? Who is missing? What does each person’s choice reveal about their character?</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When Prudence reads from the Bible, the entire mood in the room shifts. Why does a child’s voice carry more power than all of the adults’ arguments?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William not come to Kit’s trial? What does his absence reveal about his character and his feelings for Kit?</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How does Prudence’s reading change the outcome of Kit’s trial? What does her ability to read prove about Kit’s character?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What does Goodman Cruff’s reaction to Prudence’s reading reveal about how fear and truth work? Why does he withdraw the charges?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Nat risks arrest to bring Prudence to the trial. Write 2–3 sentences about why Nat takes this risk and what it reveals about his character.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