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Title: Week 15 Day 3 — Audience &amp; Form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Q: How does the form a writer chooses — a letter, a diary, a newspaper — change what the writer notices and includes?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Tap-and-notice only, no answer required — discuss why each part is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"uncle lorne asked wheres johnny to sleep and rab said with me of course"
Corrected: "'Where's Johnny to sleep?' Uncle Lorne asked, and Rab said, 'With me, of course.'"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"uncle lorne asked wheres johnny to sleep and rab said with me of course"
Corrected: "'Where's Johnny to sleep?' Uncle Lorne asked, and Rab said, 'With me, of course.'"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 practice for the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mode: Use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answers yet — students discuss and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revealed — correct labels in green.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focus: Historical Vocabulary Syllables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passage aloud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lens before students dive into today's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— no single right answer expected.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only — students answer these after today's study, in the Assignment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Independent writing time — this is the day's graded writing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4AF6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  ·  DAY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 · Becoming a Historical Writer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&amp; Form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Johnny Tremain, Ch. V — "The Boston Observer"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Writer's Bridge  ·  Voice &amp; Craft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Big Question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515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form a writer chooses — a letter, a diary, a newspaper — change what the writer notices and includes?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LESSON...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67004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724912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📜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Text: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study how Esther Forbes's newspaper-world passage differs in voice and purpose from the diary-like Chapter I opening.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336499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419856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✏️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use dialogue punctuation to write my own original sentences connected to the novel.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4059936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411480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🔤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apply the historical-vocabulary syllable pattern by writing my own examples.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Study What's Right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SENTENCE — TAP TO NOTICE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'Why, yes,' said startled Mr. Lorne, 'sometime—but there's no such a hurry.'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TAPPED SPOT TEACHES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3230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quotation marks around exactly what Mr. Lorne says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53512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00837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 before and after the tag "said startled Mr. Lorne"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529584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58444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 marks reopen for the rest of the speech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uncle lorne asked wheres johnny to sleep and rab said with me of course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uncle lorne asked wheres johnny to sleep and rab said with me of course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60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'Where's Johnny to sleep?' Uncle Lorne asked, and Rab said, 'With me, of course.'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310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 marks around exactly the spoken words; a comma sets off the tag; tags stay lowercase unless starting with a proper name.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Morphology: scrib / script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root to unlock a new word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root to figure out words you may never have seen before — the way Johnny used context clues at the print shop.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810512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Try It: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"transcript" — using script meaning "to write," what do you think it is?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Transcript: a written copy of something said out loud (trans "across" + script "to write") = "written across" from speech into text.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715768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7614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— root: scrib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236976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28269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postscript — root: script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75818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80390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 — root: script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279392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43251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— root: script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Vocabulary — Use 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5C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apprentice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Johnny was still an apprentice bound to Mr. Lapham until he had served his years.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1790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6362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wharf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unloaded their cargo at the busy wharf down on Fish Street.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1671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silversmith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Lapham was a silversmith, so his shop was full of cups and spoons.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72491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7706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crucible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Johnny set the melted silver into a crucible to cool.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Dialogue Punctuation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skill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own sentences with correctly punctuated dialogue, connected to characters and events from Johnny Tremain.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dialogue tag verb in each sentence.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2140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176272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'Do you still want a horse boy?' Johnny [asked], breathless.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1635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871216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'Why, yes,' [said] startled Mr. Lorne.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Dialogue Punctuation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skill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own sentences with correctly punctuated dialogue, connected to characters and events from Johnny Tremain.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79222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'Do you still want a horse boy?' Johnny asked, breathless.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asked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3230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48716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'Why, yes,' said startled Mr. Lorne.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said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12724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182112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You Try: write two original sentences with correctly punctuated dialogue about a character or event from Johnny Tremain. Frame: ‘…,’ said [Name], ‘…’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Spelling — Historical Vocabulary Syllables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pattern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Multisyllable Words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apprentice, colonial, historical, mariner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Words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150876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silversmith, wharfside, blacksmith, storehouse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363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🫖 Show What You Know
</a:t>
            </a:r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own examples: one multisyllable word AND one compound word (not already used this week). Explain why each fits.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Study: Chapter V, "The Boston Observer"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different world: Johnny has just moved into the loft above the print shop.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35608"/>
            <a:ext cx="80467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"Rab was out there brewing up a kettle of printer's ink. The Webb twins were learning how... There was not a smootch on his white shirt or leather apron. The Webbs were black as imps from Hell."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What Good Readers Do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WATCH FOR THIS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4358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Who is this piece of writing for?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8366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95681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is its purpose?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596896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67004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kinds of details belong in this form that wouldn’t belong in a diary entry?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Notice &amp; Discuss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ABOUT 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70432"/>
            <a:ext cx="8046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This passage is about ink, apprentices, and work — not senses like breakfast smells. What does Forbes want you to notice about this world instead?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039112"/>
            <a:ext cx="8046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newspaper's job is to inform an audience on a schedule. How might that shape which details a writer includes, vs. a private diary entry?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Craft Questions — Preview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ANSWER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70432"/>
            <a:ext cx="8046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voice of the Chapter V print shop passage different from the voice of the Chapter I morning opening?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39112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12264"/>
            <a:ext cx="8046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purpose of a newspaper like the Observer, and how does that purpose shape which details show up?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980944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054096"/>
            <a:ext cx="8046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Forbes had written this scene as a private diary entry instead, what might she have included or left out?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Choose Your Form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WRITING TASK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011680"/>
          </a:xfrm>
          <a:prstGeom prst="roundRect">
            <a:avLst>
              <a:gd name="adj" fmla="val 454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34440"/>
            <a:ext cx="7955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form — a newspaper article, a field notebook entry, or a letter — and write a short piece (6–8 sentences) about a historical event, using details appropriate to that form.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2026-07-13T03:04:01Z</dcterms:created>
  <dcterms:modified xsi:type="dcterms:W3CDTF">2026-07-13T03:04:01Z</dcterms:modified>
</cp:coreProperties>
</file>