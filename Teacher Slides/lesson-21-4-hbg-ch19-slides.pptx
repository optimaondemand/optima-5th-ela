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21, Day 4, Chapter 19 — Naomi Meets the Ghost.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ghost walker spoke to naomi but she could only barely hear him which was enough"
Corrected: "The ghost walker spoke to Naomi, but she could barely hear him — which was enough."
Remove “only” (redundant with “barely”). Em dash gives the clause weight. Clear: “she” = Naomi, “him” = ghost walker.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ghost walker spoke to naomi but she could only barely hear him which was enough"
Corrected: "The ghost walker spoke to Naomi, but she could barely hear him — which was enough."
Remove “only” (redundant with “barely”). Em dash gives the clause weight. Clear: “she” = Naomi, “him” = ghost walker.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what I'm trying to say,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19 — Naomi Meets the Ghost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SUBMIT
Focus: Narrative Revision: Imagery &amp; Description
Task: Today is the Submit stage. Write the final revised version of your narrative with imagery incorporated (5–7 sentences). Include at least one sensory detail and one comparison. Then write one sentence: what does imagery add that plain description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21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19 — Naomi Meets the Ghost</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21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first meetings between characters — they reveal what each person is made of. When Naomi meets Isaac’s ghost, how does Tingle handle the scene? Watch what each of them does and says. What does it tell you about who Naomi 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moved through the soldiers’ camp unseen, like fog on silent feet.</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He  </a:t>
            </a:r>
            <a:pPr indent="0" marL="0">
              <a:buNone/>
            </a:pPr>
            <a:r>
              <a:rPr lang="en-US" sz="1150" dirty="0">
                <a:solidFill>
                  <a:srgbClr val="1E293B"/>
                </a:solidFill>
                <a:latin typeface="Calibri" pitchFamily="34" charset="0"/>
                <a:ea typeface="Calibri" pitchFamily="34" charset="-122"/>
                <a:cs typeface="Calibri" pitchFamily="34" charset="-120"/>
              </a:rPr>
              <a:t>He = Isaac (established earlier).</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unseen,  </a:t>
            </a:r>
            <a:pPr indent="0" marL="0">
              <a:buNone/>
            </a:pPr>
            <a:r>
              <a:rPr lang="en-US" sz="1150" dirty="0">
                <a:solidFill>
                  <a:srgbClr val="1E293B"/>
                </a:solidFill>
                <a:latin typeface="Calibri" pitchFamily="34" charset="0"/>
                <a:ea typeface="Calibri" pitchFamily="34" charset="-122"/>
                <a:cs typeface="Calibri" pitchFamily="34" charset="-120"/>
              </a:rPr>
              <a:t>Comma.</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fog  </a:t>
            </a:r>
            <a:pPr indent="0" marL="0">
              <a:buNone/>
            </a:pPr>
            <a:r>
              <a:rPr lang="en-US" sz="1150" dirty="0">
                <a:solidFill>
                  <a:srgbClr val="1E293B"/>
                </a:solidFill>
                <a:latin typeface="Calibri" pitchFamily="34" charset="0"/>
                <a:ea typeface="Calibri" pitchFamily="34" charset="-122"/>
                <a:cs typeface="Calibri" pitchFamily="34" charset="-120"/>
              </a:rPr>
              <a:t>Simile.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ghost walker spoke to naomi but she could only barely hear him which was enough</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ghost walker spoke to naomi but she could only barely hear him which was enough</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ghost walker spoke to Naomi, but she could barely hear him — which was enough.</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Remove “only” (redundant with “barely”). Em dash gives the clause weight. Clear: “she” = Naomi, “him” = ghost walker.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Ode to My Socks</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Pablo Neruda (excerpt, trans. Robert Bly)</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Maru Mori brought me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 pair of socks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which she knitted herself</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with her sheepherder’s hands,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two socks as soft as rabbits.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 slipped my feet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into them</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as if into</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two cases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knitted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with threads of</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twilight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goatskin.</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Neruda writes an ode — a poem of praise — for ordinary socks, and turns them luminous through imagery. Isaac cuts his own blanket to make shoes for Nita. What ordinary object from the novel would you write an ode to? What imagery would you 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Naomi meets the ghost in this chapter. Do you think Naomi is more frightened by the ghost, or comforted that Isaac is still somehow present? Defend your answer with evidence from Chapter 19.</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Naomi meets the ghost in this chapter. Do you think Naomi is more frightened by the ghost, or comforted that Isaac is still somehow present? Defend your answer with evidence from Chapter 19.</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what I'm trying to say,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19 — Naomi Meets the Ghost</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19 — Naomi Meets the Ghost</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pay attention to first meetings between characters — they reveal what each person is made of. When Naomi meets Isaac’s ghost, how does Tingle handle the scene? Watch what each of them does and says. What does it tell you about who Naomi is?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How does the meeting between Isaac and Naomi happen, and what is Naomi’s response? Why does her response surprise you (or not)?</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Naomi says she knows Isaac is there to help her. How does she know? What has she seen or noticed that tells her his intention? What does this observation show about her?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Compare Isaac and Naomi. Both are brave; both are trying to preserve something important. What is each of them protecting? How are their forms of courage similar and different?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SUBMIT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Narrative Revision: Imagery &amp; Description</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Submit stage. Write the final revised version of your narrative with imagery incorporated (5–7 sentences). Include at least one sensory detail and one comparison. Then write one sentence: what does imagery add that plain description cannot?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