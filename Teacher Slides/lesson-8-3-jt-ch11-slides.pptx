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3, Chapter 11 — Yankee Doodle.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everything you were good at is taken away, what’s left of who you are?
Reading: I will apply what good readers do by noticing how Johnny responds to failure across Chapter 3.
Grammar: I will use appositives in my own writing to add information to a sentence.
Spelling: I will apply my knowledge of scrib/script by writing and explaining a word from that root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colonys of new england sent their best men to the first continental congress in philadelphia"
Corrected: "Johnny, once the best apprentice in Boston, now wandered the streets looking for any work he could find."
Compare with the model: “Colonys”→“colonies” (Rule 3: y→ies). “New England” is a proper noun—both words capitalized. “First Continental Congress” is a proper name—all main words capitalized. “Philadelphia” is a proper noun—capital.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colonys of new england sent their best men to the first continental congress in philadelphia"
Corrected: "Johnny, once the best apprentice in Boston, now wandered the streets looking for any work he could find."
Compare with the model: “Colonys”→“colonies” (Rule 3: y→ies). “New England” is a proper noun—both words capitalized. “First Continental Congress” is a proper name—all main words capitalized. “Philadelphia” is a proper noun—capital.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Possessives vs.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11 — Yankee Doodle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Evidence. Focus: Learn what EVIDENCE is—the specific proof from the text that supports a reason.
Prompt: Find ONE piece of evidence from Chapter 3 that supports a reason from your argument. Apply the Proof Test. Name your reason, then write your evidence from Chapter 3. Apply all three checks: from text, connects to reason,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8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11 — Yankee Doodle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everything you were good at is taken away, what’s left of who you are?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apply what good readers do by noticing how Johnny responds to failure across Chapter 3.</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use appositives in my own writing to add information to a sentence.</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my knowledge of scrib/script by writing and explaining a word from that root family.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Port Act was meant to punish Boston and make other colonies afraid to resist. Instead, Rab says it will unite everyone. Why might punishment sometimes backfire—making people more determined instead of less?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accident just happened. How will this change Johnny’s life? Think about everything silversmithing meant to him—his identity, his income, his future.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soldiers’ orders came sealed with the regiment’s crest, and the men’s courage was tested before dawn.</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soldiers’  </a:t>
            </a:r>
            <a:pPr indent="0" marL="0">
              <a:buNone/>
            </a:pPr>
            <a:r>
              <a:rPr lang="en-US" sz="1200" dirty="0">
                <a:solidFill>
                  <a:srgbClr val="1E293B"/>
                </a:solidFill>
                <a:latin typeface="Calibri" pitchFamily="34" charset="0"/>
                <a:ea typeface="Calibri" pitchFamily="34" charset="-122"/>
                <a:cs typeface="Calibri" pitchFamily="34" charset="-120"/>
              </a:rPr>
              <a:t>“soldiers’”: plural possessive. The orders belong to many soldiers. Plural ending in -s, so just add ’.</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regiment’s  </a:t>
            </a:r>
            <a:pPr indent="0" marL="0">
              <a:buNone/>
            </a:pPr>
            <a:r>
              <a:rPr lang="en-US" sz="1200" dirty="0">
                <a:solidFill>
                  <a:srgbClr val="1E293B"/>
                </a:solidFill>
                <a:latin typeface="Calibri" pitchFamily="34" charset="0"/>
                <a:ea typeface="Calibri" pitchFamily="34" charset="-122"/>
                <a:cs typeface="Calibri" pitchFamily="34" charset="-120"/>
              </a:rPr>
              <a:t>“regiment’s”: singular possessive. One regiment owns the crest. Singular noun + ’s.</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men’s  </a:t>
            </a:r>
            <a:pPr indent="0" marL="0">
              <a:buNone/>
            </a:pPr>
            <a:r>
              <a:rPr lang="en-US" sz="1200" dirty="0">
                <a:solidFill>
                  <a:srgbClr val="1E293B"/>
                </a:solidFill>
                <a:latin typeface="Calibri" pitchFamily="34" charset="0"/>
                <a:ea typeface="Calibri" pitchFamily="34" charset="-122"/>
                <a:cs typeface="Calibri" pitchFamily="34" charset="-120"/>
              </a:rPr>
              <a:t>“men’s”: irregular plural possessive. “Men” is an irregular plural (not “mans”), so add ’s.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colonys of new england sent their best men to the first continental congress in philadelphia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colonys of new england sent their best men to the first continental congress in philadelphia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Johnny, once the best apprentice in Boston, now wandered the streets looking for any work he could find.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“Colonys”→“colonies” (Rule 3: y→ies). “New England” is a proper noun—both words capitalized. “First Continental Congress” is a proper name—all main words capitalized. “Philadelphia” is a proper noun—capital.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task Doctor Warren gives Johnny before Lexington matters more — the message he must carry, or the responsibility he must carry for Rab? Defend your choice with evidence from Chapter 11.</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task Doctor Warren gives Johnny before Lexington matters more — the message he must carry, or the responsibility he must carry for Rab? Defend your choice with evidence from Chapter 11.</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You’ve defined and identified sub- and inter-. Now use them in sentences about Johnny Tremain . | From Chapter 11: Earl Percy came to inter vene when Colonel Smith’s troops were nearly overwhelmed. The colonists kept their powder stores sub merged in secrecy. Even ordinary citizens tried to inter cede by hiding rebel printers in feather beds. | sub- pushes things down or under: sub merge, sub due, sub mit | inter- places things between: inter cept, inter vene, inter cede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11 · Use It</a:t>
            </a:r>
            <a:endParaRPr lang="en-US" sz="11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 Bank: brigade  ·  infantry  ·  proclamation  ·  intercede  ·  subordinate</a:t>
            </a:r>
            <a:endParaRPr lang="en-US" sz="1200" dirty="0"/>
          </a:p>
        </p:txBody>
      </p:sp>
      <p:sp>
        <p:nvSpPr>
          <p:cNvPr id="6" name="Shape 4"/>
          <p:cNvSpPr/>
          <p:nvPr/>
        </p:nvSpPr>
        <p:spPr>
          <a:xfrm>
            <a:off x="365760" y="148132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36192"/>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1. Earl Percy commanded the ___, a large group of regiments marching to help Colonel Smith’s retreating forces.</a:t>
            </a:r>
            <a:endParaRPr lang="en-US" sz="1200" dirty="0"/>
          </a:p>
        </p:txBody>
      </p:sp>
      <p:sp>
        <p:nvSpPr>
          <p:cNvPr id="8" name="Shape 6"/>
          <p:cNvSpPr/>
          <p:nvPr/>
        </p:nvSpPr>
        <p:spPr>
          <a:xfrm>
            <a:off x="365760" y="209397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48840"/>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2. The foot soldiers, the ___, had been marching and under fire for nearly twenty-four hours before they returned to Charlestown.</a:t>
            </a:r>
            <a:endParaRPr lang="en-US" sz="1200" dirty="0"/>
          </a:p>
        </p:txBody>
      </p:sp>
      <p:sp>
        <p:nvSpPr>
          <p:cNvPr id="10" name="Shape 8"/>
          <p:cNvSpPr/>
          <p:nvPr/>
        </p:nvSpPr>
        <p:spPr>
          <a:xfrm>
            <a:off x="365760" y="2706624"/>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61488"/>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3. No one could ___ for the rebel printers; Gage’s soldiers were already at the door of the Observer’s shop.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Build possessives from Chapter 11 phrases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musket belonging to Rab → Rab’s musket the orders belonging to the officers → the officers’ orders the voices of the children → the children’s voices the courage of the men → the men’s courage From Chapter 11: Earl Percy’s brigade was the reinforcement, while the soldiers’ march echoed from miles away.</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brigade belonging to Earl Percy: Percy’s brigade | Percys’ brigade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boots belonging to more than one soldier: soldier’s boots | soldiers’ boots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courage belonging to the men (irregular plural): the men’s courage | the mens’ courage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Build possessives from Chapter 11 phrases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musket belonging to Rab → Rab’s musket the orders belonging to the officers → the officers’ orders the voices of the children → the children’s voices the courage of the men → the men’s courage From Chapter 11: Earl Percy’s brigade was the reinforcement, while the soldiers’ march echoed from miles away.</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brigade belonging to Earl Percy: Percy’s brigade | Percys’ brigade
</a:t>
            </a:r>
            <a:pPr indent="0" marL="0">
              <a:buNone/>
            </a:pPr>
            <a:r>
              <a:rPr lang="en-US" sz="1200" b="1" dirty="0">
                <a:solidFill>
                  <a:srgbClr val="34B76F"/>
                </a:solidFill>
                <a:latin typeface="Calibri" pitchFamily="34" charset="0"/>
                <a:ea typeface="Calibri" pitchFamily="34" charset="-122"/>
                <a:cs typeface="Calibri" pitchFamily="34" charset="-120"/>
              </a:rPr>
              <a:t>✅ Percy’s brigade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boots belonging to more than one soldier: soldier’s boots | soldiers’ boots
</a:t>
            </a:r>
            <a:pPr indent="0" marL="0">
              <a:buNone/>
            </a:pPr>
            <a:r>
              <a:rPr lang="en-US" sz="1200" b="1" dirty="0">
                <a:solidFill>
                  <a:srgbClr val="34B76F"/>
                </a:solidFill>
                <a:latin typeface="Calibri" pitchFamily="34" charset="0"/>
                <a:ea typeface="Calibri" pitchFamily="34" charset="-122"/>
                <a:cs typeface="Calibri" pitchFamily="34" charset="-120"/>
              </a:rPr>
              <a:t>✅ soldiers’ boots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courage belonging to the men (irregular plural): the men’s courage | the mens’ courage
</a:t>
            </a:r>
            <a:pPr indent="0" marL="0">
              <a:buNone/>
            </a:pPr>
            <a:r>
              <a:rPr lang="en-US" sz="1200" b="1" dirty="0">
                <a:solidFill>
                  <a:srgbClr val="34B76F"/>
                </a:solidFill>
                <a:latin typeface="Calibri" pitchFamily="34" charset="0"/>
                <a:ea typeface="Calibri" pitchFamily="34" charset="-122"/>
                <a:cs typeface="Calibri" pitchFamily="34" charset="-120"/>
              </a:rPr>
              <a:t>✅ the men’s courage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Possessives vs. Plurals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Apply · Sort into plural, singular possessive, plural possessive</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Plural</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brigades  ·  rifles  ·  drums</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Singular Possessive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Warren’s  ·  Johnny’s  ·  Rab’s</a:t>
            </a:r>
            <a:endParaRPr lang="en-US" sz="1300" dirty="0"/>
          </a:p>
        </p:txBody>
      </p:sp>
      <p:sp>
        <p:nvSpPr>
          <p:cNvPr id="11" name="Text 9"/>
          <p:cNvSpPr/>
          <p:nvPr/>
        </p:nvSpPr>
        <p:spPr>
          <a:xfrm>
            <a:off x="896112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Plural Possessive</a:t>
            </a:r>
            <a:endParaRPr lang="en-US" sz="1300" dirty="0"/>
          </a:p>
        </p:txBody>
      </p:sp>
      <p:sp>
        <p:nvSpPr>
          <p:cNvPr id="12" name="Text 10"/>
          <p:cNvSpPr/>
          <p:nvPr/>
        </p:nvSpPr>
        <p:spPr>
          <a:xfrm>
            <a:off x="896112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officers’  ·  soldiers’  ·  patriots’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drums throbbed. The heavy dragon marched on its thousands of feet, and now above the drums came the shrilling of the fifes.”</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Earl Percy’s brigade is marching out of Boston toward the battle. What does this description make you feel? Forbes calls the army a “heavy dragon.” What does that metaphor do to your sense of what Johnny is watching?</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Three very different sentences. The first has just two words: subject + verb. The second is long, building momentum with the word “thousands.” The third introduces a sound you didn’t expect: the shrilling of the fifes. How does the sentence length change the rhythm? How does Forbes use sound to make the march feel real?</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three sentences showing a large, powerful thing moving. Start with a short 2–4 word sentence. Then write a longer sentence with a metaphor or comparison. End with one surprising sound or detail. Build your sentences from shortest to most complex.</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The ___ ___ed. The heavy ___ moved on its ___, and above it came the ___ of the ___.</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11 — Yankee Doodle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11 — Yankee Doodle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The Port Act was meant to punish Boston and make other colonies afraid to resist. Instead, Rab says it will unite everyone. Why might punishment sometimes backfire—making people more determined instead of less?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The accident just happened. How will this change Johnny’s life? Think about everything silversmithing meant to him—his identity, his income, his future. What has he lost?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does Doctor Warren tell Johnny about what happened at Lexington? What task does he give Johnny before he leaves for the battle?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How does Johnny gather and interpret information during the day in Boston? Give two examples of clues he notices that tell him how the British are feeling about the battle.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has Johnny changed over the course of Chapters 5 through 11? Compare his actions or reactions in Chapter 11 to who he was in Chapter 1. Use specific details.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34B76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EVIDENCE</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EVIDENCE is—the specific proof from the text that supports a reason.</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2026-07-12T13:39:52Z</dcterms:created>
  <dcterms:modified xsi:type="dcterms:W3CDTF">2026-07-12T13:39:52Z</dcterms:modified>
</cp:coreProperties>
</file>