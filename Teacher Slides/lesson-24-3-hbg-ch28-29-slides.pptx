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24, Day 3, Chapter 28-29 — Trail of Tears — Source Study. Historical content note: this novel is narrated by a Choctaw boy during the Trail of Tears / removal era — handle with the same care as the source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Isaac tells you on the first page that he is already a ghost. How does knowing the ending change how you feel as you read the beginning?
Reading: I will analyze Isaac's first-person narrative voice in Chapter 1.
Grammar: I will identify appositives in sentences from Chapter 1.
Spelling: I will sort historical vocabulary words by syllable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lens aloud before students open their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real history just has facts but the book makes you feel what happened to real people"
Corrected: "In contrast to the historical record, the novel conveys the emotional and personal dimensions of forced removal."
Formal: “In contrast to” (source transition), “conveys” not “makes you feel,” “emotional and personal dimensions” not vague. Remove “just has facts”.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real history just has facts but the book makes you feel what happened to real people"
Corrected: "In contrast to the historical record, the novel conveys the emotional and personal dimensions of forced removal."
Formal: “In contrast to” (source transition), “conveys” not “makes you feel,” “emotional and personal dimensions” not vague. Remove “just has facts”.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Is there a detail here I could cut because it doesn't support my point?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review — same word set practiced across the week (match/identify game).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tap/discuss and guess the appositive.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word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Open &amp; Closed Syllables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 — Reader / Writer / Mimic. Read the sentence aloud, then work through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Isaac’s Path — 📍 Source Study — Trail of Tears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reading,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APPLY
Focus: Source Comparison with Claim, Evidence &amp; Reasoning
Task: Today is the Apply stage. Read your source comparison draft. Edit for: (1) formal style (no contractions, no “I think”), (2) at least two source-based transitions, (3) claim + evidence + reasoning structure. Show your strongest sentence and one you rewrote.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B6FC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24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Became a Ghost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28-29 — Trail of Tears — Source Study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Week 24  ·  Courage &amp; Remembrance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tells you on the first page that he is already a ghost. How does knowing the ending change how you feel as you read the beginning?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Isaac's first-person narrative voice in Chapter 1.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identify appositives in sentences from Chapter 1.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sort historical vocabulary words by syllable count.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READING LENS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know that every source has a perspective and a purpose. A historical fiction novel and a primary source both tell truth — but differently. As you read the sources today: what does each one tell you that you couldn’t get from the other? What is missing from each?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contrast to the historical record, Tingle’s novel conveys the emotional reality of removal.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signal.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352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447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conveys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history just has facts but the book makes you feel what happened to real people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history just has facts but the book makes you feel what happened to real people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contrast to the historical record, the novel conveys the emotional and personal dimensions of forced removal.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Formal: “In contrast to” (source transition), “conveys” not “makes you feel,” “emotional and personal dimensions” not vague. Remove “just has facts”.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you've read the whole novel and compared it with historical sources, which teaches you more about the Trail of Tears: Isaac's personal story, or the historical record? Defend your answer with evidence from both.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Someone might disagree, but...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you've read the whole novel and compared it with historical sources, which teaches you more about the Trail of Tears: Isaac's personal story, or the historical record? Defend your answer with evidence from both.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might disagree, but...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detail here I could cut because it doesn't support my point?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Roots mem/memor + script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/ memor = memory → memoir, memorial, memorize, commemorate script = write → script, inscription, description, manuscript, prescribe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922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commemorate → Root: mem/memor (memory)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323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→ Root: script (write)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from this week's chapters.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telling the story in their own words.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agreement between governments.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account of events a person lived through.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forced from your homeland.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prophecy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of what will happen in the future.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Grammar: Appositives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Identify — tap the appositive in each sentence.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appositive renames or describes the noun right before it. It is set off with commas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a ten-year-old Choctaw boy, lived in Mississippi.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Jumper, my dog, was always by my side.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my big brother, left to play stickball.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19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Talk, news from the Nahullos, had come to town.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Grammar: Appositives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Identify — tap the appositive in each sentence.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appositive renames or describes the noun right before it. It is set off with commas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a ten-year-old Choctaw boy, lived in Mississippi.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Jumper, my dog, was always by my side.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my big brother, left to play stickball.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19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Talk, news from the Nahullos, had come to town.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014216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87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Show What You Know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sentence: “Isaac’s father, a quiet and dignified man, held Mother’s hand.” What is the appositive? What does it tell you about Isaac’s father?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Spelling: Open &amp; Closed Syllables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 by their first syllable.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syllables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Choctaw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6992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syllables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992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7408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syllables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7408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RWM — Read · Notice · Try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“Maybe you have never read a book written by a ghost before.”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29384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As a Reader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sentence make you see or feel?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66090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715768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As a Writer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line of the novel. Tingle opens by breaking the fourth wall — speaking directly to the reader. After 29 chapters, this line means something different than it did at the start.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447288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502152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Try It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opening line as if this is the last chapter, not the first. What would Isaac say now that he has done what he set out to do?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25196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885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frame: 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you have never read a book ___ before.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Isaac’s Path — 📍 Source Study — Trail of Tears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0428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28-29 — Trail of Tears — Source Study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KEEP YOUR READING LENS IN MIND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46704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know that every source has a perspective and a purpose. A historical fiction novel and a primary source both tell truth — but differently. As you read the sources today: what does each one tell you that you couldn’t get from the other? What is missing from each?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Questions — Preview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(PART 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Tim Tingle’s novel offer that no historical document or textbook can provide? Give at least two specific examples.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informational or primary sources tell you about the Trail of Tears that the novel cannot? Give at least two specific facts, dates, or perspectives.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45536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Week Closer. You have now read both Tingle’s novel and historical sources about the Trail of Tears. Write a claim: what do both sources together reveal about the Choctaw experience that neither could reveal alone? This is the beginning of your source comparison paragraph.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APPLY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Comparison with Claim, Evidence &amp; Reasoning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the Apply stage. Read your source comparison draft. Edit for: (1) formal style (no contractions, no “I think”), (2) at least two source-based transitions, (3) claim + evidence + reasoning structure. Show your strongest sentence and one you rewrote.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2026-07-13T17:32:04Z</dcterms:created>
  <dcterms:modified xsi:type="dcterms:W3CDTF">2026-07-13T17:32:04Z</dcterms:modified>
</cp:coreProperties>
</file>