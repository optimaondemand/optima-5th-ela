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1, Day 3, Chapter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Q: What happens when you show up somewhere uninvited — and the people there have to decide whether to let you stay?
Reading: I will make connections with Chapter 3 and answer comprehension questions.
Grammar: I will write using complete sentences and fix fragments and run-ons.
Spelling: I will apply syllable types by finding examples in Chapter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lens aloud before students open their 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 needed — tap-and-notice only. Discuss why each highlighted word/punctuation mark is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"mercy rose from her chair slowly and reached for her wooden crutches"
Corrected: "Mercy rose from her chair slowly and reached for her wooden crutches."
Compare with the model: both sentences need a capital letter on the character's name and a period at the end. “Mercy” is a name, just like “Kit.”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"mercy rose from her chair slowly and reached for her wooden crutches"
Corrected: "Mercy rose from her chair slowly and reached for her wooden crutches."
Compare with the model: both sentences need a capital letter on the character's name and a period at the end. “Mercy” is a name, just like “Kit.”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Remind students: pick a side, defend it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5-minute timer. Remind: choose a side, defend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Focus: Could I combine two of these sentences to make my point stronger?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3-4 students. Encourage respectful disagreement about their choice/defense.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 practice for the day. Practice only today — not the graded strand.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mode: Use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answers yet — students discuss and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revealed — correct labels in green.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focus: Syllable Types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RWM sequence: Reader, Writer, Mimic. Reveal progressively if desired.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Tracker: Kit's Path Through The Witch of Blackbird Pond — Chapter 3: Arrival at the Wood House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only — students answer these after reading, in the Assignment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distinct from the Quick Write — it is graded reading-response writing tied directly to today's chapter.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4A90D9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DAY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Witch of Blackbird Pond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— Arrival at the Wood House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🕯️  Week 1  ·  Virtue: Perseverance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show up somewhere uninvited — and the people there have to decide whether to let you stay?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3774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make connections with Chapter 3 and answer comprehension questions.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20040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✏️  </a:t>
            </a:r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write using complete sentences and fix fragments and run-ons.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393192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402336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🔤  </a:t>
            </a:r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apply syllable types by finding examples in Chapter 3.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What Good Readers 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READING LENS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70432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step back and ask: What kind of world is Kit entering? Today, as you read Chapter 3, notice how each member of the Wood family reacts to Kit.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WATCH FOR THIS AS YOU READ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679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does each person's reaction tell you about the rules of this new world?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31927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39242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does each family member's response to Kit reveal their personality?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Study What's Right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TAP TO NOTICE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“Kit” gathered her heavy skirts about her“,” and clambered down the swaying rope ladder“.”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TAPPED WORD TEACHES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3230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“Kit” is a name, so it starts with a capital letter.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953512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00837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comma separates two actions joined by “and.” The author uses it here for rhythm and clarity.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529584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58444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period ends this complete sentence — it has a subject (Kit) and two verbs (gathered, clambered).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 rose from her chair slowly and reached for her wooden crutches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 rose from her chair slowly and reached for her wooden crutches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60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 rose from her chair slowly and reached for her wooden crutches.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3310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the model: both sentences need a capital letter on the character's name and a period at the end. “Mercy” is a name, just like “Kit.”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Quick Write (Optional)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89888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Rachel, Judith, Matthew, and Mercy, whose reaction to Kit's arrival reveals the most about their character? Defend your answer with evidence.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SCAFFOLD (USE WHAT HELPS)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12724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   →   because...   →   One piece of evidence is...   →   This matters because...   →   Someone might disagree, but...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Writing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804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Rachel, Judith, Matthew, and Mercy, whose reaction to Kit's arrival reveals the most about their character? Defend your answer with evidence.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2743200"/>
            <a:ext cx="6035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283464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Scaffold, if you need it: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because...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of evidence is...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because...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might disagree, but...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Revise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one deliberate decision, not a full edit pass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2011680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08483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check: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I combine two of these sentences to make my point stronger?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= improving ideas. Editing = fixing conventions. Pick ONE thing.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457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🗣️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thinking!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21945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2860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share, or paste your writing in the chat.
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disagree with a classmate's choice, say so respectfully — that's part of the thinking.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Morphemes — building blocks of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— re- (again) + cognit (know) + -ion (act of) = the act of knowing again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19072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unwilling — un- (not) + will (desire) + -ing (showing) = not wanting 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31136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286000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uncomfortable — un- (not) + comfort (ease) + -able (capable of) = not at ease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798064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852928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disapproval — dis- (opposite) + approv (accept) + -al (act of) = the act of not accepting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Vocabulary — Use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5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words in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gleam of rubbed wood and burnished ___ filled the kitchen.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09928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6479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house was covered with weathered gray ___.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2257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774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soldiers stood behind the wooden ___.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93522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99008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stood on the ___, staring at her aunt's face.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Complete Sentences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using complete sentences — fix fragments and run-ons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sentence needs a subject and a verb and expresses a whole thought. A fragment is missing one of those pieces. A run-on jams two sentences together without proper punctuation.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79222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tall man with the fierce dark eyes.”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  /   Fragment   /   Run-on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52374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“Kit was nervous she didn't know what to expect.”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  /   Fragment   /   Run-on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25526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“Aunt Rachel whispered her sister's name in disbelief.”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  /   Fragment   /   Run-on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Complete Sentences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using complete sentences — fix fragments and run-ons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sentence needs a subject and a verb and expresses a whole thought. A fragment is missing one of those pieces. A run-on jams two sentences together without proper punctuation.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79222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tall man with the fierce dark eyes.”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Fragment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52374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“Kit was nervous she didn't know what to expect.”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Run-on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25526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“Aunt Rachel whispered her sister's name in disbelief.”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Spelling — Syllable Types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— find your own examples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/ R-controlled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·  stone  ·  skirts  ·  rope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Vowel Team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150876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 ·  chair  ·  wood  ·  door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26440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1927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🫖 Show What You Know · Spelling
</a:t>
            </a:r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or write one word from Chapter 3 for each syllable type: closed, open, VCe, vowel team, r-controlled, and consonant-le. Write each word and label its type.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RWM — Reader · Writer · Mimic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0E1C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784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hand reached to clutch the doorpost.”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733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like a Reader: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doing this? Why? This is Rachel seeing Kit for the first time. What does this single action — clutching the doorpost — reveal about how Rachel feels in this moment?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4505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52374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Read like a Writer: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that the author shows one small physical action instead of telling us Rachel is shocked. How does this single detail create a stronger picture than saying “Rachel was surprised”?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300984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37413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🖊️ Mimic: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where one small action shows a strong emotion. No sentence frame today — trust your instincts.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Reading Focus + Story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STORY JOURNEY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Kit's Path Through The Witch of Blackbird Pond — Chapter 3: Arrival at the Wood House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9751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ARE READING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31136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304288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— Arrival at the Wood House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" y="2999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KEEP YOUR READING LENS IN MIND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55264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46704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each person's reaction tell you about the rules of this new world?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each family member's response to Kit reveal their personality?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 Questions — Preview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ANSWER (PART A)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70432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Rachel first sees Kit, she whispers “Margaret!” What does this moment reveal about Rachel and the years that have passed since she left England?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579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how Judith and Mercy each react to Kit's arrival. What do their responses tell you about their personalities?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072384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145536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 Wood says Kit is welcome but shows almost no warmth. Based on what you have read so far, why do you think he behaves this way?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Writing Connection (Part C)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CRAFT-FOCUSED RESPONSE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011680"/>
          </a:xfrm>
          <a:prstGeom prst="roundRect">
            <a:avLst>
              <a:gd name="adj" fmla="val 454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34440"/>
            <a:ext cx="7955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Nat's final words to Kit are: “Only the guilty ones stay afloat.” Write 2–3 sentences explaining what you think he means. Is he teasing, warning, or both?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2026-07-12T02:51:38Z</dcterms:created>
  <dcterms:modified xsi:type="dcterms:W3CDTF">2026-07-12T02:51:38Z</dcterms:modified>
</cp:coreProperties>
</file>