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31 Day 1 — Cross-Text Comparison: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What do the year's novels say — together — about courage, independence, or survival?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warm-up before diving into word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"kit faces social exile and the threat of being hanged as a witch in contrast nat must overcome poverty grief and the limits that colonial society places on a self educated sailor however both characters demonstrate that courage is not the absence of fear but the refusal to be stopped by it"
Corrected: "Kit faces social exile and the threat of being hanged as a witch. In contrast, Nat must overcome poverty, grief, and the limits that colonial society places on a self-educated sailor. However, both characters demonstrate that courage is not the absence of fear but the refusal to be stopped by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"kit faces social exile and the threat of being hanged as a witch in contrast nat must overcome poverty grief and the limits that colonial society places on a self educated sailor however both characters demonstrate that courage is not the absence of fear but the refusal to be stopped by it"
Corrected: "Kit faces social exile and the threat of being hanged as a witch. In contrast, Nat must overcome poverty, grief, and the limits that colonial society places on a self-educated sailor. However, both characters demonstrate that courage is not the absence of fear but the refusal to be stopped by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SWYK strand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journal reflection — no formal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journal reflection — no formal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 for today's reading/project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/ journal prompt — students respond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/ journal prompt — students respond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/ journal prompt — students respond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progress: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checklist before students submit to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34B76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31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 · 5th Grade ELA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Cross-Text Comparison: Plan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4B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Courage · Independence · Survival — across the year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Year-End Synthesis  ·  Portfolio &amp;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year's novels say — together — about courage, independence, or survival?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ARC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7860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🔬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SWYK: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review roots across the year and identify three in words from the year's novels.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27355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32841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📝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choose a theme and two texts, and complete a planning organizer.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9684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02336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review comparison sentence structures for my essay.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Reading Journal — Before You Begin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194560"/>
          </a:xfrm>
          <a:prstGeom prst="roundRect">
            <a:avLst>
              <a:gd name="adj" fmla="val 416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back over the year's reading. If you had to name one moment from ANY novel this year that perfectly captured the theme of courage, independence, or survival — what would it be? Write 2–3 sentences.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Kit Tyler and Nat Bowditch demonstrate courage, although their circumstances — and the meaning of that courage — could not be more different.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0048"/>
            <a:ext cx="8046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"although" — subordinating conjunction building a complex sentence that shows contrast. The comparison is built right into the sentence structure: both show courage, although their situations differ. This is the grammar of comparison essays.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4B76F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faces social exile and the threat of being hanged as a witch in contrast nat must overcome poverty grief and the limits that colonial society places on a self educated sailor however both characters demonstrate that courage is not the absence of fear but the refusal to be stopped by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4B76F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faces social exile and the threat of being hanged as a witch in contrast nat must overcome poverty grief and the limits that colonial society places on a self educated sailor however both characters demonstrate that courage is not the absence of fear but the refusal to be stopped by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faces social exile and the threat of being hanged as a witch. In contrast, Nat must overcome poverty, grief, and the limits that colonial society places on a self-educated sailor. However, both characters demonstrate that courage is not the absence of fear but the refusal to be stopped by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Morphology: Year-Long 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roots, all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aud/or (hear/speak) · scrib/script (write) · dict (say) · spec/spect (look/see)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916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rid/ris + lud/lus (laugh/play) · curr/curs + tract (run/pull)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585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+ val/valid (strong/worth) · nav (ship) · port (carry) · voc/vox (voice/call)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7977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2549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Suffixes: –ous / –ive / –ity · –tion / –sion · –ment / –ness · –ance / –ence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93008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three words from the year's reading — one from each of three different novels. For each word: (a) identify the root and its meaning, (b) explain how the root gives you the word's meaning, and (c) write a sentence comparing how the word's concept appears across texts.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Grammar: Comparison Essay Sentences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review — the language of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"Although Kit shows courage through endurance, Johnny shows courage through active resistance." (complex with although)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916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"Both Kit and Nat face communities that misunderstand them; however, each finds a different path through." (compound with transition)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585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evidence: "Furthermore, Praiseworthy demonstrates that courage can be quiet."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7977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2549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Concluding: "Consequently, all four novels suggest that the bravest act is often the most ordinary: to keep going when going is hard."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93008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In Your Journal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contrast sentence and one similarity sentence using two of the year's novels and the theme you plan to write about.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Spelling: Cumulative 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a 5th-grade scholar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fortitude · tenacious · ludicrous · extraction · notoriety · consequently · nevertheless · validity · furthermore · persistence · descriptive · exuberance · however · therefore · creativity · prosperous · defiance · colonial · rebellion · maritime · navigation · celestial · latitude · longitude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In Your Journal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ten unit words you find most difficult. For each: write the word, break it into syllables, circle the tricky part, and write a memory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Cross-Text Comparison: Choose Your Theme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Pick the theme that gave you the most to think about this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comparison project asks: How do two of the year's novels explore the same theme in different ways? You choose two novels and one theme, then write a 3–4 paragraph comparison essay that uses specific text evidence.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9339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Theme A — Courage: "How does courage show up in unexpected ways?"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F8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🦅 Theme B — Independence: "What does independence cost — and what does it give?"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8152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272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Theme C — Survival: "How do characters endure when circumstances are against them?"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4845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F8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941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to choose from: Kit Tyler (WOBP) · Johnny Tremain · Nat Bowditch (CMB) · Jack &amp; Praiseworthy (BTGHS)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Planning Question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4B76F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5156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theme are you writing about — courage, independence, or survival? Which two novels will you compare? Write one sentence naming your choice, then 2–3 sentences explaining WHY these two novels will make for the most interesting comparison.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Planning Question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4B76F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5156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novel you chose, write your thesis statement for that novel's treatment of the theme. Example: "In By the Great Horn Spoon!, Fleischman argues that courage is quiet and intelligent." One sentence per novel.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Planning Question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4B76F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5156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novel, identify two specific pieces of evidence (scenes, moments, or quotes) that support your thesis. Describe each: what happens, who is involved, and what it shows about the theme.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Project Workshop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2029968" cy="384048"/>
          </a:xfrm>
          <a:prstGeom prst="roundRect">
            <a:avLst>
              <a:gd name="adj" fmla="val 47619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22960"/>
            <a:ext cx="2029968" cy="384048"/>
          </a:xfrm>
          <a:prstGeom prst="roundRect">
            <a:avLst>
              <a:gd name="adj" fmla="val 47619"/>
            </a:avLst>
          </a:prstGeom>
          <a:solidFill>
            <a:srgbClr val="E2E8F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8229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2029968" cy="384048"/>
          </a:xfrm>
          <a:prstGeom prst="roundRect">
            <a:avLst>
              <a:gd name="adj" fmla="val 47619"/>
            </a:avLst>
          </a:prstGeom>
          <a:solidFill>
            <a:srgbClr val="E2E8F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8229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822960"/>
            <a:ext cx="2029968" cy="384048"/>
          </a:xfrm>
          <a:prstGeom prst="roundRect">
            <a:avLst>
              <a:gd name="adj" fmla="val 47619"/>
            </a:avLst>
          </a:prstGeom>
          <a:solidFill>
            <a:srgbClr val="E2E8F4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8229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144475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comparison claim is the heart of your essay. It does two things: (1) names what BOTH novels say about the theme, and (2) names the KEY DIFFERENCE in how they say it. A comparison without a real difference is just a summary.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COMPARISON CLAIM FORMULA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7066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[Novel 1] and [Novel 2] argue that [shared idea about the theme]; however, while [Novel 1] shows this through [method], [Novel 2] reveals it through [different method].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Today's Writing Task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651760"/>
          </a:xfrm>
          <a:prstGeom prst="roundRect">
            <a:avLst>
              <a:gd name="adj" fmla="val 3448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comparison claim. Then list your four pieces of evidence (two per novel).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Before You Finish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235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chose my theme (courage, independence, or survival) and two novels.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completed my Morphology Review SWYK — three words from three different novels.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6829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wrote my comparison claim and identified four pieces of evidence.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11810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729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wrote my DOL edit and RWM journal in my reading journal.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2026-07-13T17:55:36Z</dcterms:created>
  <dcterms:modified xsi:type="dcterms:W3CDTF">2026-07-13T17:55:36Z</dcterms:modified>
</cp:coreProperties>
</file>