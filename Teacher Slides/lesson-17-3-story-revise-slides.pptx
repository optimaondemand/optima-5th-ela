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Title: Week 17 Day 3 — Revise: Ideas, Organization &amp; Voice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You've drafted an opening and a conflict. Today, a writer's most important question: what could make this draft even stronger?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Tap-and-notice only, no answer required — discuss why each part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printer looked up quickly since he had not expected a visitor before dawn nathaniel held out the letter with a shaking hand"
Corrected: "The printer looked up quickly since he had not expected a visitor before dawn. Nathaniel held out the letter with a shaking hand."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printer looked up quickly since he had not expected a visitor before dawn nathaniel held out the letter with a shaking hand"
Corrected: "The printer looked up quickly since he had not expected a visitor before dawn. Nathaniel held out the letter with a shaking hand."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mode: Use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answers yet — students discuss and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revealed — correct labels in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Suffix Changes in Narrative Verbs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 sequence: Reader, Writer, Mimic.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jot notes for each box before drafting.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what changed and why, across ideas / organization /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lens before students dive into today's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— no single right answer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after today's study, in the Assignment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writing time — this is the day's graded writing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4AF6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17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17 · Historical Fiction Short Story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Revise: Ideas, Organization &amp; Voice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Ms. Birchum's Example — a revision, not a first draft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Writer's Bridge  ·  Voice &amp; Craft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Big Question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drafted an opening and a conflict. Today, a writer's most important question: what could make this draft even stronger?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7004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72491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revise my draft for stronger ideas, organization, and voice.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36499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419856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use complex sentences that show cause and effect in my own writing.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4059936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11480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🔤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apply the -ed/-ing suffix spelling rules by writing my own examples.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SENTENCE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his hands were still trembling from the cold and the fright of the night, Nathaniel pushed open the print shop's heavy door, and the warm, ink-scented air wrapped around him like relief.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SPOT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3230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"Because" starts the sentence with a dependent clause, so a comma follows the clause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53512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00837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separates the cause from the effect that follows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printer looked up quickly since he had not expected a visitor before dawn nathaniel held out the letter with a shaking hand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printer looked up quickly since he had not expected a visitor before dawn nathaniel held out the letter with a shaking hand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printer looked up quickly since he had not expected a visitor before dawn. Nathaniel held out the letter with a shaking hand.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run-on split into two complete sentences, each starting with a capital letter.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Morphology: narr / fic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each word in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telling Nathaniel’s story is the narrator.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18488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642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Nathaniel’s adventure is a work of fiction.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39696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18541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skilled writer knows how to narrate events so readers feel like they are there.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609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70662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characters and events in this story are entirely fictional.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Vocabulary — Use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Nathaniel could publish his story, he wrote a rough draft and read it aloud.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1790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6362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 and the letter push against each other — that tension is the story’s conflict.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671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Colonial Boston, three days after a battle, is the setting of the mentor model.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2491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770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characters speak aloud in a story, it’s called dialogue.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32841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37413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grounded in a real time period and real events is called historical fiction.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Complex Sentences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build your own cause-and-effect sentence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conjunction (because, since, although, until, so that), then fill in a cause and an effect from your own story.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Complex Sentences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build your own cause-and-effect sentence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conjunction (because, since, although, until, so that), then fill in a cause and an effect from your own story.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Spelling — Suffix Changes in Narrative Verbs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Apply: write your own examples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16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
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verb example for each rule and show the -ed/-ing form: drop-e (hope→hoping), double-consonant (stop→stopping), y-to-i (worry→worried).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RWM — Reader · Writer · Mimic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0E1C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784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his hands were still trembling from the cold and the fright of the night, Nathaniel pushed open the print shop's heavy door, and the warm, ink-scented air wrapped around him like relief.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733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like a Reader: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sentence make you feel the relief Nathaniel feels? What senses does it use?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505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52374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Read like a Writer: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"because" at the very start — it joins the cause (trembling hands, fright, cold) to the effect (pushing open the door). Notice, too, the sensory detail "ink-scented air" and the simile "like relief" — both added during revision to strengthen the voice.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300984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74136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🖊️ Mimic: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sentence using the same pattern.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Frame: Because [cause], [Character] [action], and [sensory detail] wrapped around them like ___.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Your Story 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4183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Ideas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sentence add a detail your reader needs, instead of just repeating what they already know?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1051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Organization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your events happen in an order that makes sense, with each moment building on the last?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67919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Voice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sound like a real storyteller wrote it — with sensory detail and precise verbs — instead of a plain list of events?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4747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54787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🔤️ Complex Sentence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combine two short sentences using because, since, until, or although to show cause and effect?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Before &amp; After: A Revision in Action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"Nathaniel walked to the print shop and gave the letter to the printer."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57984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231136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"Because his hands were still trembling from the cold and the fright of the night, Nathaniel pushed open the print shop's heavy door, and the warm, ink-scented air wrapped around him like relief."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19272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revised sentence adds a complex sentence to show cause and effect (ideas), keeps the moment in order right after the close call with the soldier (organization), and adds sensory detail and a simile that sound like a real writer’s voice (voice).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What Good Writers Do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WATCH FOR THIS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4358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part of my draft am I most proud of, and why?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8366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95681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Where could a stronger sensory detail or a more precise verb make a moment come alive?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596896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6700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Does my dialogue sound like something my character would really say out loud?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Notice &amp; Discuss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ABOUT 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Reread your own draft-in-progress. Which paragraph needs the most attention?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03911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 your dialogue aloud. If it doesn’t sound like your character, what would you change?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Craft Questions — Preview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 of your draft is strongest, and why?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3911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12264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could you add a stronger sensory detail or a more precise verb?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80944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054096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dialogue sound like something your character would actually say?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Revise Your Paragraph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WRITING TASK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011680"/>
          </a:xfrm>
          <a:prstGeom prst="roundRect">
            <a:avLst>
              <a:gd name="adj" fmla="val 454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one paragraph of your draft. Rewrite it with at least one improvement to sensory detail, dialogue, or voice.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2026-07-13T03:04:01Z</dcterms:created>
  <dcterms:modified xsi:type="dcterms:W3CDTF">2026-07-13T03:04:01Z</dcterms:modified>
</cp:coreProperties>
</file>