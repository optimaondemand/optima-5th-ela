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2, Chapter 5 — Swamp Choctaws.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"circles were made by the torches as they turned over and over with sparks following"
Corrected: "The torches made slow circles, turning over and over, followed by a trail of sparks."
Active voice: “torches made” (subject acts). Participial verbs “turning” and “followed” add vivid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"circles were made by the torches as they turned over and over with sparks following"
Corrected: "The torches made slow circles, turning over and over, followed by a trail of sparks."
Active voice: “torches made” (subject acts). Participial verbs “turning” and “followed” add vivid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5 — Swamp Choctaws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Developing First-Person Voice
Task: Today is the Draft with support stage. Pick one moment from your Day 1 brainstorm. Write 3–5 sentences narrating it from the inside using “I.” Look at Isaac: “I was only ten years old, but I could catch a squirrel with a blowgun.” Specific + inside = strong first-person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5 — Swamp Choctaws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how a community responds to crisis. The Choctaw people have lost their homes, their town, and their safety. As you read Chapter 5, watch: what specific things do they do? What does their response tell you about their values and strength?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torches made slow circles, turning over and over, followed by a trail of sparks.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torches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made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circles,  </a:t>
            </a:r>
            <a:pPr indent="0" marL="0">
              <a:buNone/>
            </a:pPr>
            <a:r>
              <a:rPr lang="en-US" sz="1150" dirty="0">
                <a:solidFill>
                  <a:srgbClr val="1E293B"/>
                </a:solidFill>
                <a:latin typeface="Calibri" pitchFamily="34" charset="0"/>
                <a:ea typeface="Calibri" pitchFamily="34" charset="-122"/>
                <a:cs typeface="Calibri" pitchFamily="34" charset="-120"/>
              </a:rPr>
              <a:t>Comma before phrase.</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turning  </a:t>
            </a:r>
            <a:pPr indent="0" marL="0">
              <a:buNone/>
            </a:pPr>
            <a:r>
              <a:rPr lang="en-US" sz="1150" dirty="0">
                <a:solidFill>
                  <a:srgbClr val="1E293B"/>
                </a:solidFill>
                <a:latin typeface="Calibri" pitchFamily="34" charset="0"/>
                <a:ea typeface="Calibri" pitchFamily="34" charset="-122"/>
                <a:cs typeface="Calibri" pitchFamily="34" charset="-120"/>
              </a:rPr>
              <a:t>Participial: ongoing motion.</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followed  </a:t>
            </a:r>
            <a:pPr indent="0" marL="0">
              <a:buNone/>
            </a:pPr>
            <a:r>
              <a:rPr lang="en-US" sz="1150" dirty="0">
                <a:solidFill>
                  <a:srgbClr val="1E293B"/>
                </a:solidFill>
                <a:latin typeface="Calibri" pitchFamily="34" charset="0"/>
                <a:ea typeface="Calibri" pitchFamily="34" charset="-122"/>
                <a:cs typeface="Calibri" pitchFamily="34" charset="-120"/>
              </a:rPr>
              <a:t>Strong participial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circles were made by the torches as they turned over and over with sparks following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circles were made by the torches as they turned over and over with sparks following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torches made slow circles, turning over and over, followed by a trail of sparks.</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Active voice: “torches made” (subject acts). Participial verbs “turning” and “followed” add vivid detail.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We grow accustomed to the Dark—</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Emily Dickinson (c. 1862)</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We grow accustomed to the Dark—</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When Light is put away—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As when the Neighbor holds the Lamp</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 witness her Goodbye—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Moment—We uncertain step</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For newness of the night—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Then—fit our Vision to the Dark—</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meet the Road—erect—</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Isaac’s family literally moves in the dark the night their town burns. Dickinson says we can adapt to darkness and “meet the Road erect.” How does this poem describe what you see Isaac and his family doing in Chapters 4 and 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Swamp Choctaws choose to hide rather than register for removal. Was hiding the braver choice, or the riskier one? Defend your answer with evidence from Chapter 5.</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Swamp Choctaws choose to hide rather than register for removal. Was hiding the braver choice, or the riskier one? Defend your answer with evidence from Chapter 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torches made slow circles, turning over and over, followed by a trail of sparks.”</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Tingle uses participial phrases — “turning over and over” and “followed by a trail of sparks” — to build the image in motion.</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a sentence about something moving. Use a participial phrase (“___ing” or “followed by ___”) to add visual detail.</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The ___ made slow ___, turning ___, followed by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5 — Swamp Choctaws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5 — Swamp Choctaws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how a community responds to crisis. The Choctaw people have lost their homes, their town, and their safety. As you read Chapter 5, watch: what specific things do they do? What does their response tell you about their values and strength?</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did the Choctaw people rebuild their lives in the swamp? Name at least three specific things they did and explain what each one shows about them.</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Chapter 5 ends: “Every day I grew closer to being a ghost.” What evidence in the chapter supports this? What is happening to Isaac physically and emotionally?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Isaac says “I was only ten years old, but I could catch a squirrel with a blowgun.” What does this skill tell you about Isaac? Why does Tingle show us Isaac succeeding at something, right now, in the middle of loss?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Developing First-Person Voice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Pick one moment from your Day 1 brainstorm. Write 3–5 sentences narrating it from the inside using “I.” Look at Isaac: “I was only ten years old, but I could catch a squirrel with a blowgun.” Specific + inside = strong first-person voice.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