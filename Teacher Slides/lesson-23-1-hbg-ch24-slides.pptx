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23, Day 1, Chapter 24 — A Soldier’s Vow. Historical content note: this novel is narrated by a Choctaw boy during the Trail of Tears / removal era — handle with the same care as the source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Isaac tells you on the first page that he is already a ghost. How does knowing the ending change how you feel as you read the beginning?
Reading: I will analyze Isaac's first-person narrative voice in Chapter 1.
Grammar: I will identify appositives in sentences from Chapter 1.
Spelling: I will sort historical vocabulary words by syllable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lens aloud before students open their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soldier made a promise and it was to naomi and he kept it even though it was dangerous"
Corrected: "The soldier made a promise to Naomi and kept it, even at personal risk."
Combine by embedding: “to Naomi” follows the verb directly. Cut “it was dangerous” → “at personal risk” (more precise). Eliminate the second “it.”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soldier made a promise and it was to naomi and he kept it even though it was dangerous"
Corrected: "The soldier made a promise to Naomi and kept it, even at personal risk."
Combine by embedding: “to Naomi” follows the verb directly. Cut “it was dangerous” → “at personal risk” (more precise). Eliminate the second “it.”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routine — use if time allows. Read the prompt aloud. Remind students: pick a side, defend with evidence, anticipate disagreement.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Is there a detail here I could cut because it doesn't support my point?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review — same word set practiced across the week (match/identify game).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tap/discuss and guess the appositive.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word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Open &amp; Closed Syllables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Isaac’s Path — 📍 Chapter 24 — A Soldier’s Vow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reading,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Connection — Stage: PLAN
Focus: Publish Narrative/Literary Analysis Piece
Task: Today is the Plan stage of your final publish piece. Review all your writing from Weeks 18–22. Choose the strongest piece or combine the best parts. In your reading journal: write a plan — what you will include, what you will cut, and how you will open and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B6FC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23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Became a Ghost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 — A Soldier’s Vow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Week 23  ·  Courage &amp; Remembrance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tells you on the first page that he is already a ghost. How does knowing the ending change how you feel as you read the beginning?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591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analyze Isaac's first-person narrative voice in Chapter 1.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638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identify appositives in sentences from Chapter 1.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89534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684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sort historical vocabulary words by syllable count.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READING LENS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0432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characters who act against the expectations of their role. A soldier is supposed to enforce the removal — but this soldier does something else. As you read: what does the soldier do? Why does Tingle include this character? What does he add to the novel’s moral landscape?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soldier kept his vow, Naomi had a chance to escape.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Subordinating conjunction.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3522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verb.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40156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4472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vow,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91363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9593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Naomi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subject.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 made a promise and it was to naomi and he kept it even though it was dangerous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 made a promise and it was to naomi and he kept it even though it was dangerous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 made a promise to Naomi and kept it, even at personal risk.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by embedding: “to Naomi” follows the verb directly. Cut “it was dangerous” → “at personal risk” (more precise). Eliminate the second “it.”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soldier makes a vow in this chapter. Can a single soldier's promise mean much against a policy as large as removal? Defend your answer with evidence from Chapter 24.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This matters because...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soldier makes a vow in this chapter. Can a single soldier's promise mean much against a policy as large as removal? Defend your answer with evidence from Chapter 24.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because...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detail here I could cut because it doesn't support my point?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Roots mem/memor + script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 / memor = memory → memoir, memorial, memorize, commemorate script = write → script, inscription, description, manuscript, prescribe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922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commemorate → Root: mem/memor (memory)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323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→ Root: script (write)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from this week's chapters.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telling the story in their own words.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agreement between governments.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31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memoir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account of events a person lived through.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forced from your homeland.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20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prophecy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of what will happen in the future.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Grammar: Appositives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Identify — tap the appositive in each sentence.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appositive renames or describes the noun right before it. It is set off with commas on both sides.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Isaac, a ten-year-old Choctaw boy, lived in Mississippi.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76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Jumper, my dog, was always by my side.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980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Luke, my big brother, left to play stickball.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198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Talk, news from the Nahullos, had come to town.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Grammar: Appositives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Identify — tap the appositive in each sentence.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appositive renames or describes the noun right before it. It is set off with commas on both sides.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Isaac, a ten-year-old Choctaw boy, lived in Mississippi.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76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Jumper, my dog, was always by my side.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980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Luke, my big brother, left to play stickball.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198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Talk, news from the Nahullos, had come to town.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014216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87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Show What You Know
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sentence: “Isaac’s father, a quiet and dignified man, held Mother’s hand.” What is the appositive? What does it tell you about Isaac’s father?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Spelling: Open &amp; Closed Syllables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 by their first syllable.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syllables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Choctaw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6992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syllables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6992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7408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syllables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7408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Isaac’s Path — 📍 Chapter 24 — A Soldier’s Vow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04288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 — A Soldier’s Vow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KEEP YOUR READING LENS IN MIND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46704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characters who act against the expectations of their role. A soldier is supposed to enforce the removal — but this soldier does something else. As you read: what does the soldier do? Why does Tingle include this character? What does he add to the novel’s moral landscape?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Questions — Preview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(PART 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soldier do in Chapter 24, and what is his vow? What risk does he take by making it?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579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Tingle has shown us many soldiers who harm the Choctaw people. Why does he include one who helps? What is he saying about collective systems and individual choices?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45536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is now summarizing his journey from life to death to purpose. What has he learned about himself? And what has he understood about what it means to live — in any form?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PLAN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Narrative/Literary Analysis Piece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TODAY'S 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the Plan stage of your final publish piece. Review all your writing from Weeks 18–22. Choose the strongest piece or combine the best parts. In your reading journal: write a plan — what you will include, what you will cut, and how you will open and close.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2026-07-13T17:32:03Z</dcterms:created>
  <dcterms:modified xsi:type="dcterms:W3CDTF">2026-07-13T17:32:03Z</dcterms:modified>
</cp:coreProperties>
</file>