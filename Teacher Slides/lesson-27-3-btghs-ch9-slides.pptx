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27, Day 3, Week 27 — Chapter 9: The Jipijapa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Chapter 9 ends with one of Fleischman's best cliffhangers. Jack looks at the man under the jipijapa hat — and it's Cut-Eye Higgins. The chapter is also rich with Gold Rush detail: the river journey, Sacramento City, the Sierra Nevada mountains, and the wild town names. Today you use your word study skills while Fleischman builds tension.
Spelling SWYK: I will spell all eight –tion/–sion words correctly and use four in sentences about the Gold Rush.
Vocabulary: I will match Week 27 words to definitions.
Reading: I will analyze the cliffhanger ending and Fleischman's use of tension in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man in the linen suit had been sleeping since they left sacramento and he wore a fine jipijapa hat and a large ruby ring glistened from his finger and the butt of a pistol showed at his belt"
Corrected: "The man in the linen suit had been sleeping since they left Sacramento. He wore a fine jipijapa hat, and a large ruby ring glistened from his finger; the butt of a pistol showed at his belt."
Fixes: break the run-on into two sentences; capitalize Sacramento ; comma before and in compound; semicolon before third independent clause for emphasis and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man in the linen suit had been sleeping since they left sacramento and he wore a fine jipijapa hat and a large ruby ring glistened from his finger and the butt of a pistol showed at his belt"
Corrected: "The man in the linen suit had been sleeping since they left Sacramento. He wore a fine jipijapa hat, and a large ruby ring glistened from his finger; the butt of a pistol showed at his belt."
Fixes: break the run-on into two sentences; capitalize Sacramento ; comma before and in compound; semicolon before third independent clause for emphasis and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match_game.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–tion/–sion — Use.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27 — Chapter 9: The Jipijapa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BUILD THE MIDDLE
Focus: Build to your own cliffhanger — end on a question, not an answer
Task: Write the middle section of your adventure. Make things worse before they get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27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27 — Chapter 9: The Jipijapa Hat</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27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Chapter 9 ends with one of Fleischman's best cliffhangers. Jack looks at the man under the jipijapa hat — and it's Cut-Eye Higgins. The chapter is also rich with Gold Rush detail: the river journey, Sacramento City, the Sierra Nevada mountains, and the wild town names. Today you use your word study skills while Fleischman builds tension.</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50" dirty="0">
                <a:solidFill>
                  <a:srgbClr val="1E293B"/>
                </a:solidFill>
                <a:latin typeface="Calibri" pitchFamily="34" charset="0"/>
                <a:ea typeface="Calibri" pitchFamily="34" charset="-122"/>
                <a:cs typeface="Calibri" pitchFamily="34" charset="-120"/>
              </a:rPr>
              <a:t>I will spell all eight –tion/–sion words correctly and use four in sentences about the Gold Rush.</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match Week 27 words to definitions.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cliffhanger ending and Fleischman's use of tension in Chapter 9.</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While the stagecoach jolted along the red dirt road and clouds of dust rose around them, Jack could not take his eyes off the hat pulled low over the stranger’s face.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and clouds of dust rose around them, Jack could not take his eyes off the hat pulled low over the stranger’s face.  </a:t>
            </a:r>
            <a:pPr indent="0" marL="0">
              <a:buNone/>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man in the linen suit had been sleeping since they left sacramento and he wore a fine jipijapa hat and a large ruby ring glistened from his finger and the butt of a pistol showed at his belt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man in the linen suit had been sleeping since they left sacramento and he wore a fine jipijapa hat and a large ruby ring glistened from his finger and the butt of a pistol showed at his belt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man in the linen suit had been sleeping since they left Sacramento. He wore a fine jipijapa hat, and a large ruby ring glistened from his finger; the butt of a pistol showed at his belt.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break the run-on into two sentences; capitalize Sacramento ; comma before and in compound; semicolon before third independent clause for emphasis and rhythm.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Chapter 9 ends on a cliffhanger under the Jipijapa hat. Which is the stronger storytelling tool: a surprise you don't see coming, or a mystery you're left wondering about?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Chapter 9 ends on a cliffhanger under the Jipijapa hat. Which is the stronger storytelling tool: a surprise you don't see coming, or a mystery you're left wondering about?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curr/curs + tract — Use</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Write a 3-sentence scene where Praiseworthy and Jack are in San Francisco. Use at least one curr/curs word and one tract word naturally. Underline each root word.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skedaddled  </a:t>
            </a:r>
            <a:pPr indent="0" marL="0">
              <a:buNone/>
            </a:pPr>
            <a:r>
              <a:rPr lang="en-US" sz="1150" dirty="0">
                <a:solidFill>
                  <a:srgbClr val="1E293B"/>
                </a:solidFill>
                <a:latin typeface="Calibri" pitchFamily="34" charset="0"/>
                <a:ea typeface="Calibri" pitchFamily="34" charset="-122"/>
                <a:cs typeface="Calibri" pitchFamily="34" charset="-120"/>
              </a:rPr>
              <a:t>Fled or left in a hurry; departed suddenly</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grubstake  </a:t>
            </a:r>
            <a:pPr indent="0" marL="0">
              <a:buNone/>
            </a:pPr>
            <a:r>
              <a:rPr lang="en-US" sz="1150" dirty="0">
                <a:solidFill>
                  <a:srgbClr val="1E293B"/>
                </a:solidFill>
                <a:latin typeface="Calibri" pitchFamily="34" charset="0"/>
                <a:ea typeface="Calibri" pitchFamily="34" charset="-122"/>
                <a:cs typeface="Calibri" pitchFamily="34" charset="-120"/>
              </a:rPr>
              <a:t>Money or supplies given to a miner in return for a share of the gold found</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diggings  </a:t>
            </a:r>
            <a:pPr indent="0" marL="0">
              <a:buNone/>
            </a:pPr>
            <a:r>
              <a:rPr lang="en-US" sz="1150" dirty="0">
                <a:solidFill>
                  <a:srgbClr val="1E293B"/>
                </a:solidFill>
                <a:latin typeface="Calibri" pitchFamily="34" charset="0"/>
                <a:ea typeface="Calibri" pitchFamily="34" charset="-122"/>
                <a:cs typeface="Calibri" pitchFamily="34" charset="-120"/>
              </a:rPr>
              <a:t>The mining site; where miners dig and pan for gold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assay  </a:t>
            </a:r>
            <a:pPr indent="0" marL="0">
              <a:buNone/>
            </a:pPr>
            <a:r>
              <a:rPr lang="en-US" sz="1150" dirty="0">
                <a:solidFill>
                  <a:srgbClr val="1E293B"/>
                </a:solidFill>
                <a:latin typeface="Calibri" pitchFamily="34" charset="0"/>
                <a:ea typeface="Calibri" pitchFamily="34" charset="-122"/>
                <a:cs typeface="Calibri" pitchFamily="34" charset="-120"/>
              </a:rPr>
              <a:t>To test the purity and value of ore or gold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jipijapa  </a:t>
            </a:r>
            <a:pPr indent="0" marL="0">
              <a:buNone/>
            </a:pPr>
            <a:r>
              <a:rPr lang="en-US" sz="1150" dirty="0">
                <a:solidFill>
                  <a:srgbClr val="1E293B"/>
                </a:solidFill>
                <a:latin typeface="Calibri" pitchFamily="34" charset="0"/>
                <a:ea typeface="Calibri" pitchFamily="34" charset="-122"/>
                <a:cs typeface="Calibri" pitchFamily="34" charset="-120"/>
              </a:rPr>
              <a:t>A finely woven palm-leaf hat; a Panama hat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Compound &amp; Complex — Use</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Write 2 compound sentences and 2 complex sentences about the stagecoach scene from Chapter 9. At least one must show cause-and-effect. Underline the conjunction or subordinating conjunction in each.</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–tion/–sion — Use</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Show What You Know</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extraction · distraction · construction · excursion · attraction · direction · confusion · tension</a:t>
            </a:r>
            <a:endParaRPr lang="en-US" sz="1150" dirty="0"/>
          </a:p>
        </p:txBody>
      </p:sp>
      <p:sp>
        <p:nvSpPr>
          <p:cNvPr id="7" name="Shape 5"/>
          <p:cNvSpPr/>
          <p:nvPr/>
        </p:nvSpPr>
        <p:spPr>
          <a:xfrm>
            <a:off x="365760" y="1783080"/>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85623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50" i="1" dirty="0">
                <a:solidFill>
                  <a:srgbClr val="1E293B"/>
                </a:solidFill>
                <a:latin typeface="Calibri" pitchFamily="34" charset="0"/>
                <a:ea typeface="Calibri" pitchFamily="34" charset="-122"/>
                <a:cs typeface="Calibri" pitchFamily="34" charset="-120"/>
              </a:rPr>
              <a:t>Write all eight –tion/–sion words correctly spelled, each on its own line. Then choose four and write a sentence for each that connects it to the Gold Rush world Jack and Praiseworthy have just entered. Underline the –tion or –sion in each word.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27 — Chapter 9: The Jipijapa Hat</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27 — Chapter 9: The Jipijapa Hat</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9 moves Jack and Praiseworthy from San Francisco to the foothills of the Sierra Nevada. Fleischman uses this chapter to build tension slowly — first with the journey details, then with the mysterious sleeping passenger, then with the revelation. Pay attention to how he delays the reveal : we see the hat, the pistol, the ruby ring, the sleeping posture — before we ever see the face.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9 — “The Man in the Jipijapa Hat”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Praiseworthy keeps their gold dust in the fingers of his white glove. What does this detail — and the way he thinks about it — reveal about how seriously he is taking the dangers ahead? Use evidence from the chapter.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The man in the jipijapa hat is described in detail before we know who he is: the hat, the linen suit, the ruby ring, the pistol. How does Fleischman use these details to build suspense before the reveal?</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The chapter ends with Jack realizing the sleeping stranger is Cut-Eye Higgins. Fleischman gives us the cliffhanger and stops. Why is this an effective ending — and what questions does it force you to keep reading to answer? (This is a reflective question spanning the full week.)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BUILD THE MIDDLE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Build to your own cliffhanger — end on a question, not an answer</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the middle section of your adventure. Make things worse before they get better.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