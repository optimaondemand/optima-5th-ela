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30, Day 1, Week 30 — Chapter 16: The Gravediggers.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Chapter 16 is Fleischman at his most ironic: the lowest punishment the Justice of the Peace can imagine — make them dig a grave — becomes the act that reveals Praiseworthy and Jack’s fortune. They go looking to bury a villain and find gold instead.
Morphology SWYK: I will review all unit roots and write three novel connections.
Grammar: I will apply the editing checklist to a passage.
Reading: I will analyze Praiseworthy’s courtroom speech and the gold discovery in Ch.16.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"praiseworthy had never made a speech in his life but the words rolled off his tongue and he could feel their effect on the crowd when he finished he was greeted with a yell of approval he's talking sense someone called out"
Corrected: "Praiseworthy had never made a speech in his life; but the words rolled off his tongue and he could feel their effect on the crowd. When he finished, he was greeted with a yell of approval. “He’s talking sense,” someone called out."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"praiseworthy had never made a speech in his life but the words rolled off his tongue and he could feel their effect on the crowd when he finished he was greeted with a yell of approval he's talking sense someone called out"
Corrected: "Praiseworthy had never made a speech in his life; but the words rolled off his tongue and he could feel their effect on the crowd. When he finished, he was greeted with a yell of approval. “He’s talking sense,” someone called out."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Did I use a capital letter at the start of each sentence?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 Word Study SWYK strand today: Morphology.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flip_cards.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content — this novel uses explain/tap-to-notice practice rather than a scored quiz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Grade-Level Editing — Define.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Six Weeks with By the Great Horn Spoon! — Week 30 — Chapter 16: The Gravediggers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in the Reading tab as they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PUBLISH
Focus: Start your final draft — bring your adventure to a close
Task: Write the final published version of your adventure story. Give it a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B8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30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Great Horn Spoon!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30 — Chapter 16: The Gravediggers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⛏️  Week 30  ·  Grit, Wit &amp; Adventure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is Fleischman at his most ironic: the lowest punishment the Justice of the Peace can imagine — make them dig a grave — becomes the act that reveals Praiseworthy and Jack’s fortune. They go looking to bury a villain and find gold instead.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🌱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SWYK: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review all unit roots and write three novel connections.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apply the editing checklist to a passage.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Praiseworthy’s courtroom speech and the gold discovery in Ch.16.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deserve your fate, but what of the innocent whose only crime is a toothache? Praiseworthy swept a grand gesture toward Jack. Think of the pain and suffering you will inflict on those in dire need of a tooth extractor.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deserve your fate, but what of the innocent whose only crime is a toothache?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deserve your fate — but what of the innocent whose only crime is a toothache? Praiseworthy's argument is ironic and perfectly constructed. He uses the one thing these miners fear (toothache) to save the one man they want to hang.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had never made a speech in his life but the words rolled off his tongue and he could feel their effect on the crowd when he finished he was greeted with a yell of approval he's talking sense someone called out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had never made a speech in his life but the words rolled off his tongue and he could feel their effect on the crowd when he finished he was greeted with a yell of approval he's talking sense someone called out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had never made a speech in his life; but the words rolled off his tongue and he could feel their effect on the crowd. When he finished, he was greeted with a yell of approval. “He’s talking sense,” someone called out.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is one of Fleischman's most ironic chapters. Is irony a good tool for teaching a serious lesson, or does it undercut the seriousness? Defend your answer with evidence.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is one of Fleischman's most ironic chapters. Is irony a good tool for teaching a serious lesson, or does it undercut the seriousness? Defend your answer with evidence.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Unit Root Review — Define &amp; SWYK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25: aud/or (hear/speak) → audience, audible, auditory, oral, orator, oration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099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26: rid/ris + lud/lus (laugh / play) → ridiculous, derisive, risible | ludicrous, elude, prelude, illusion, interlude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7685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27: curr/curs + tract (run / pull) → current, occur, excursion, cursor | tractor, attract, distract, extract, contract, retract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4378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28: fort + val/valid (strong / worth) → fortify, fortitude, effort, comfort | valor, valid, validate, prevail, evaluate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1071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8386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Morphology REVIEW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three roots or suffixes from the unit (one from each of three different weeks). For each: (a) name the root and its meaning, (b) give two example words, and (c) write one sentence connecting it to a specific moment in the novel. Use a different chapter for each root.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exuberance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Joyful overflowing energy and enthusiasm. From Latin exuberare (to overflow). In sheer exuberance, Praiseworthy and Jack clasped arms and swung around in the pit when they struck gold.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reprieve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cancellation or postponement of a punishment. From Old French reprendre (to take back). The Justice of Shirt-tail Camp gives Cut-Eye Higgins a temporary reprieve — until another dentist shows 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Lively, energetic, and full of determination. From Latin spiritus (breath/spirit). The cat auction drew a crowd and the bidding was spirited.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advisor; also means advice or guidance. Praiseworthy “appointed himself counsel for the defense” and delivered a courtroom speech to save Cut-Eye Higgins.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gathering of people who have been separated. From French réunion . When Aunt Arabella appears on the Long Wharf, it is the most joyful reunion of the novel.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Editing Conventions — Define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Commas in compound sentences (before FANBOYS joining two independent clauses)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Commas after introductory phrases and dependent clauses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Spelling — Grade-Level Editing — Define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words 5th graders most often misspell. Know them cold: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receive, believe, achieve, their/there/they’re, your/you’re, its/it’s, separate, necessary, definitely, occurred, immediately, beginning, persistence, resistance, exuberance, courage, whether, equipment, knowledge, conscience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words to check: fortitude, tenacious, ludicrous, extraction, notoriety, validity, consequently, nevertheless — make sure you can spell every word from this unit.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5214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with By the Great Horn Spoon! — Week 30 — Chapter 16: The Gravediggers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3969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30 — Chapter 16: The Gravediggers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READING 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9067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Reading Focus Chapter 16 contains Praiseworthy’s most unlikely triumph: a courtroom speech delivered to save the man who deceived him. When the map turns out to be worthless, the Justice of the Peace punishes Praiseworthy by making him dig Cut-Eye Higgins’s grave. They dig — and hit bedrock. And bedrock means gold. The irony is perfect: the lowest, most humiliating task leads directly to their fortune.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— Read: Chapter 16 — “The Gravediggers”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saves Cut-Eye Higgins from being hanged — even though Higgins has cheated them. He does it because he gave his word. What does this reveal about Praiseworthy’s character — and how does it connect to the theme of integrity we’ve seen throughout the novel?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39696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worthless. The Justice of the Peace “punishes” Praiseworthy by making him dig a grave. And while digging the grave, they hit gold. Explain the layers of irony in this scene — what is Fleischman doing with this sequence of events?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2724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ends at the moment of gold discovery: “And struck gold.” Three words. Why does Fleischman end the chapter here rather than showing the celebration? What is the effect of this choice?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PUBLISH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final draft — bring your adventure to a close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published version of your adventure story. Give it a title.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2026-07-13T17:56:40Z</dcterms:created>
  <dcterms:modified xsi:type="dcterms:W3CDTF">2026-07-13T17:56:40Z</dcterms:modified>
</cp:coreProperties>
</file>