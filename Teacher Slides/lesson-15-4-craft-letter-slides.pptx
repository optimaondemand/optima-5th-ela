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Week 15 Day 4 — Synthesis: An Ordinary Morning &amp; An Extraordinary Moment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How can a writer combine everything they’ve practiced this week to make a historical moment feel real to a reader?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Tap-and-notice only, no answer required — discuss why each part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"mr lyte took snuff and the justice took snuff too and then they sneezed together and everyone in the courtroom smiled at once"
Corrected: "Mr. Lyte took snuff, and the justice took snuff too. Then they sneezed together, and everyone in the courtroom smiled at once."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"mr lyte took snuff and the justice took snuff too and then they sneezed together and everyone in the courtroom smiled at once"
Corrected: "Mr. Lyte took snuff, and the justice took snuff too. Then they sneezed together, and everyone in the courtroom smiled at once."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poem aloud. Give students a moment to notice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Choice Menu (Show What You Know)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Historical Vocabulary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passage aloud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lens before students dive into today's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no single right answer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today's study,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writing time — this is the day's graded writing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4AF6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Becoming a Historical Writer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An Ordinary Morning &amp; An Extraordinary Moment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Johnny Tremain, Ch. I &amp; Ch. IV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Writer's Bridge  ·  Voice &amp; Craft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Question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writer combine everything they’ve practiced this week to make a historical moment feel real to a reader?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2491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📜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Text: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compare an "ordinary morning" and an "extraordinary moment" in Johnny Tremain, and reflect on this week’s craft moves.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41985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explain why an author chooses to punctuate and format dialogue the way she does.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148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show what I know about this week’s historical vocabulary by choosing my own way to demonstrate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SENTENCE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Mr. Justice Dana was a stout and florid man, dressed in a black silk robe and a great woolly white wig.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SPOT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"Mr. Justice Dana" — title used as part of a name, capitalized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separates who he was from what he wore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844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before the final item, then a period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 lyte took snuff and the justice took snuff too and then they sneezed together and everyone in the courtroom smiled at once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 lyte took snuff and the justice took snuff too and then they sneezed together and everyone in the courtroom smiled at once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Lyte took snuff, and the justice took snuff too. Then they sneezed together, and everyone in the courtroom smiled at once.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Capitalized titles/names, commas separating connected ideas, and the run-on broken into two complete sentences.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Poetry Corner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2423160"/>
          </a:xfrm>
          <a:prstGeom prst="roundRect">
            <a:avLst>
              <a:gd name="adj" fmla="val 3774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"Paul Revere's Ride"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Henry Wadsworth Longfellow (public domain)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Listen, my children, and you shall hear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midnight ride of Paul Revere,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eighteenth of April, in Seventy-five;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Hardly a man is now alive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remembers that famous day and year.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WHAT DO YOU NOTICE?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850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77647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poet’s word choice create urgency or stillness? What does this have in common with the mentor texts we studied this week?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scrib / script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root — "to write"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Try It: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"Inscription" and "manuscript" both contain script, but don’t mean the same thing — how can the same root show up with different meanings?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only signals "has to do with writing" — the rest of the word and context narrow down exactly what/how/where. Manuscript = written by hand (manu, "hand"); inscription = words written/carved onto an object.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Choice Menu (Show What You Know)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926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Words: apprentice, wharf, silversmith, crucible, artisan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733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format: Choose ONE: Sentence Trio / Word Web / Riddle Writer / Compare Two / Dialogue Builder / Teach 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Dialogue Punctuation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choice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authors bother putting spoken words inside quotation marks and separating them from tags with commas, instead of just writing what characters said?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Dialogue Punctuation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choice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authors bother putting spoken words inside quotation marks and separating them from tags with commas, instead of just writing what characters said?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marks and dialogue punctuation show the reader exactly which words came from a character’s mouth vs. narration. Without it, "‘All right,’ said Johnny blandly" would blur into "All right said Johnny blandly" — punctuation is a signal system that keeps speech and narration from blurring.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Historical Vocabulary Syllables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spot the odd one 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 is the odd one out: silversmith, wharfside, apprentice, blacksmith?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151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 is the odd one out — it’s multisyllabic, not a compound of two whole words (unlike silversmith, wharfside, blacksmith).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Study: Two Moments in Johnny Tremain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Day 1, the very opening of the book — gulls, ordinary chores. Today: a very different moment — Johnny’s trial in Chapter IV, "The Rising Eye."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35608"/>
            <a:ext cx="8046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 ROCKY ISLANDS gulls woke. Time to be about their business." — vs. — "He was frightened, for as he stepped forward he was conscious that these might be the first steps toward those gallows — waiting in the dark beyond the town gates."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 (Reflect)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435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craft moves have you practiced — sensory detail, dialogue, choosing a form?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8366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5681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will you combine them now?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Notice &amp; Discuss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sensory details does Forbes use in the courtroom (sight, sound)? How are they different from the gulls-and-chores details in Ch. I?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391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 ordinary morning and a courtroom trial are very different moments — what craft moves does Forbes use in BOTH to make each feel real?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Craft Questions —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Ch. I with the Ch. IV trial scene — how does Forbes use sensory detail differently in an "ordinary morning" vs. an "extraordinary moment"?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12264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craft moves — sensory detail, dialogue, or choosing a form — can you find in the trial scene excerpt? Cite evidence.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54096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craft move from this week will help you most when you write your own historical fiction next week? Why?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Letter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WRITING TASK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letter (6–8 sentences) from a historical character to a loved one, describing an extraordinary event. Include at least 1 sensory detail and 1 line of dialogue, correctly punctuated.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2026-07-13T03:04:01Z</dcterms:created>
  <dcterms:modified xsi:type="dcterms:W3CDTF">2026-07-13T03:04:01Z</dcterms:modified>
</cp:coreProperties>
</file>