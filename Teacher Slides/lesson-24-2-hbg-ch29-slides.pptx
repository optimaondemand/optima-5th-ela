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24, Day 2, Chapter 29 — Pushmataha and the Choctaw Four.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novel and the history both talk about how lots of people died during the trail of tears"
Corrected: "Both the novel and the historical record document the high mortality rate among Choctaw walkers on the Trail of Tears."
Formal: “historical record” not “the history,” “document” not “talk about,” “mortality rate” not “lots of people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novel and the history both talk about how lots of people died during the trail of tears"
Corrected: "Both the novel and the historical record document the high mortality rate among Choctaw walkers on the Trail of Tears."
Formal: “historical record” not “the history,” “document” not “talk about,” “mortality rate” not “lots of people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29 — Pushmataha and the Choctaw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WITH SUPPORT
Focus: Source Comparison with Claim, Evidence &amp; Reasoning
Task: Today is the Draft with support stage. Write your source comparison paragraph draft. Use formal style: source-based transitions, precise vocabulary, no contractions. Your paragraph should show how the novel and one informational source together give a fuller picture than either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24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29 — Pushmataha and the Choctaw Four</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24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who speaks at the end of a story. The final voice matters. In Chapter 29, Pushmataha speaks. As you read: what does he say? Why does Tingle give the final words to this historical figure? And what does the ending leave you with?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Similarly, both sources document the devastating mortality rate among Choctaw walkers.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Similarly,  </a:t>
            </a:r>
            <a:pPr indent="0" marL="0">
              <a:buNone/>
            </a:pPr>
            <a:r>
              <a:rPr lang="en-US" sz="1150" dirty="0">
                <a:solidFill>
                  <a:srgbClr val="1E293B"/>
                </a:solidFill>
                <a:latin typeface="Calibri" pitchFamily="34" charset="0"/>
                <a:ea typeface="Calibri" pitchFamily="34" charset="-122"/>
                <a:cs typeface="Calibri" pitchFamily="34" charset="-120"/>
              </a:rPr>
              <a:t>Transition: parallel point.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document  </a:t>
            </a:r>
            <a:pPr indent="0" marL="0">
              <a:buNone/>
            </a:pPr>
            <a:r>
              <a:rPr lang="en-US" sz="1150" dirty="0">
                <a:solidFill>
                  <a:srgbClr val="1E293B"/>
                </a:solidFill>
                <a:latin typeface="Calibri" pitchFamily="34" charset="0"/>
                <a:ea typeface="Calibri" pitchFamily="34" charset="-122"/>
                <a:cs typeface="Calibri" pitchFamily="34" charset="-120"/>
              </a:rPr>
              <a:t>Formal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devastating  </a:t>
            </a:r>
            <a:pPr indent="0" marL="0">
              <a:buNone/>
            </a:pPr>
            <a:r>
              <a:rPr lang="en-US" sz="1150" dirty="0">
                <a:solidFill>
                  <a:srgbClr val="1E293B"/>
                </a:solidFill>
                <a:latin typeface="Calibri" pitchFamily="34" charset="0"/>
                <a:ea typeface="Calibri" pitchFamily="34" charset="-122"/>
                <a:cs typeface="Calibri" pitchFamily="34" charset="-120"/>
              </a:rPr>
              <a:t>Precise adjective.</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mortality  </a:t>
            </a:r>
            <a:pPr indent="0" marL="0">
              <a:buNone/>
            </a:pPr>
            <a:r>
              <a:rPr lang="en-US" sz="1150" dirty="0">
                <a:solidFill>
                  <a:srgbClr val="1E293B"/>
                </a:solidFill>
                <a:latin typeface="Calibri" pitchFamily="34" charset="0"/>
                <a:ea typeface="Calibri" pitchFamily="34" charset="-122"/>
                <a:cs typeface="Calibri" pitchFamily="34" charset="-120"/>
              </a:rPr>
              <a:t>Formal noun.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novel and the history both talk about how lots of people died during the trail of tears</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novel and the history both talk about how lots of people died during the trail of tears</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Both the novel and the historical record document the high mortality rate among Choctaw walkers on the Trail of Tears.</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Formal: “historical record” not “the history,” “document” not “talk about,” “mortality rate” not “lots of people died.”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Thanatopsis (excerpt)</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William Cullen Bryant (1817)</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So live, that when thy summons comes to join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 innumerable caravan which moves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To that mysterious realm where each shall take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His chamber in the silent halls of death,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Thou go not, like the quarry-slave at night,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Scourged to his dungeon, but, sustained and soothed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By an unfaltering trust, approach thy grave,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Like one who wraps the drapery of his couch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About him, and lies down to pleasant dreams.</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Bryant says we should live so that we face death with peace, not fear. Isaac becomes a ghost — but he does so in action, in purpose, in mission. Does Isaac die “like a quarry-slave” or differently? How does his life prepare him to continue working after death?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Pushmataha and the Choctaw Four are honored in this final chapter. Is it more important that Isaac's story ends with the living moving forward, or with the dead being remembered? Defend your answer with evidence from Chapter 29.</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Pushmataha and the Choctaw Four are honored in this final chapter. Is it more important that Isaac's story ends with the living moving forward, or with the dead being remembered? Defend your answer with evidence from Chapter 29.</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“Panther and the Wolf. Pushmataha and the Choctaw Four.”</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Both are chapter titles. Short. Parallel. No verbs — just nouns in pairs. They sound like historical inscriptions. Why does Tingle choose this for the final chapters?</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two parallel noun-phrase titles for events in this novel — no verbs, just the people or things at the center.</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___ and the ___. ___ and the ___.</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29 — Pushmataha and the Choctaw Four</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29 — Pushmataha and the Choctaw Four</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pay attention to who speaks at the end of a story. The final voice matters. In Chapter 29, Pushmataha speaks. As you read: what does he say? Why does Tingle give the final words to this historical figure? And what does the ending leave you with?</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What does Pushmataha say to the Choctaw Four? What does he ask of them, and why does his presence at the end matter?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The novel began: “Maybe you have never read a book written by a ghost before.” The novel ends with Pushmataha. How does the ending respond to the opening? What has the novel, as a whole, asked you to do?</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Tim Tingle, a Choctaw author, wrote this novel. Why does it matter who tells a story? What does the fact that a Choctaw author tells this Choctaw story add to what the novel can do?</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 WITH SUPPORT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Source Comparison with Claim, Evidence &amp; Reasoning</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Draft with support stage. Write your source comparison paragraph draft. Use formal style: source-based transitions, precise vocabulary, no contractions. Your paragraph should show how the novel and one informational source together give a fuller picture than either alone.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2026-07-13T17:32:04Z</dcterms:created>
  <dcterms:modified xsi:type="dcterms:W3CDTF">2026-07-13T17:32:04Z</dcterms:modified>
</cp:coreProperties>
</file>