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slide: Week 10, Day 1, Chapter 5 — A Voice in the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Q: Nat hears a voice in the night and expects one thing. He gets something completely different. Nine years at a ship chandlery — no school, no Harvard. What a person does at that moment reveals everything about who they are.
Morphology: I will define the roots graph/gram (write, record) and meter (measure).
Grammar: I will define verb tense and identify past, present, and future forms.
Spelling: I will discover the rule for dividing syllables in technical words.
Reading: I will notice how Nat responds when his hope for school becomes an indenture.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this lens aloud before students open their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answer needed — tap-and-notice only. Discuss why each highlighted word/punctuation mark is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Fix-it: "nat stood on the wharf and watched the big dipper swing around the north star in the cold night sky"
Corrected: "Nat stood on the wharf and watched the Big Dipper swing around the North Star in the cold night sky."
Three fixes: “Nat” is a proper noun (person’s name); “Big Dipper” is the name of a specific constellation; “North Star” is the name of a specific star. All proper nouns get capital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Fix-it: "nat stood on the wharf and watched the big dipper swing around the north star in the cold night sky"
Corrected: "Nat stood on the wharf and watched the Big Dipper swing around the North Star in the cold night sky."
Three fixes: “Nat” is a proper noun (person’s name); “Big Dipper” is the name of a specific constellation; “North Star” is the name of a specific star. All proper nouns get capital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routine — use if time allows. Read the prompt aloud. Remind students: pick a side, defend with evidence, anticipate disagreement.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Remind: choose a side, defend with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Focus: Is there a detail here I could cut because it doesn't support my point?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3-4 students. Encourage respectful disagreement about their choice/defense.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practice for the day. Graded SWYK strand today: Morphology.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mode: Decode &amp; Discover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answers yet — students discuss and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revealed — correct labels in green.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focus: 🔤 Spelling: Syllable Division in Technical Words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Tracker: Nat’s Path Through Carry On, Mr. Bowditch — 📍 You are here: Chapter 5 — A Voice in the Night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 — students answer these after reading, in the Assignment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Connection — PLAN: Sketch your essay structure
Focus: Now that you have a claim and evidence categories, you can sketch the skeleton of your essay. Today you build the big picture before filling in details.
Before: BEFORE Alex’s rough shape: Introduction (hook + Nat context + claim). Body 1 (learning despite obstacles). Body 2 (discoveries + corrections). Conclusion (why it still matters).
After: AFTER Alex’s skeleton (cleaner): Intro: Hook about the fog scene → Nat’s background → claim. Body 1: Subtopic = self-made scholar → evidence from Chs. 5–8. Body 2: Subtopic = making knowledge accessible → evidence from Chs. 13–20. Conclusion: Synthesize the two subtopics → broader significance.
Notice: Notice: Alex doesn’t have sentences yet — just the skeleton. The skeleton tells you WHAT goes where before you spend energy on HOW to say it.
Tool: Today’s Tool: Essay Skeleton — Fill in the four boxes: Introduction, Body 1, Body 2, Conclusion. Bullet points only — no full sentences yet.
Frames: “My essay will argue that ___.” | “To support this, I will first show ___, then ___.” | “My two main pieces of evidence are ___ and ___...”
Prompt: Fill in your essay skeleton. Four boxes: Introduction, Body 1, Body 2, Conclusion. Bullet points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 ·  DAY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On, Mr. Bowditch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A Voice in the Night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Week 10  ·  Virtue: Perseverance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Objectives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hears a voice in the night and expects one thing. He gets something completely different. Nine years at a ship chandlery — no school, no Harvard. What a person does at that moment reveals everything about who they 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LESSON...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5915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🌱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define the roots graph/gram (write, record) and meter (measure).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3090672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16382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✏️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define verb tense and identify past, present, and future forms.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3895344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9684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🔤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discover the rule for dividing syllables in technical words.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4700016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731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📖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notice how Nat responds when his hope for school becomes an indenture.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What Good Readers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READING LENS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51560"/>
          </a:xfrm>
          <a:prstGeom prst="roundRect">
            <a:avLst>
              <a:gd name="adj" fmla="val 869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first four chapters, you watched Nat face loss after loss — and keep going. In Chapter 5, Latham does something unexpected: she lets Nat believe something good is coming, then pulls the rug out. This is a powerful author technique. Good readers track the gap between what a character expects and what actually happens . That gap is where character is revealed. As you read Chapter 5, hold these questions: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WATCH FOR THIS AS YOU READ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67919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Nat hear in the night, and what does he think it means? What does it actually mean?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31927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39242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When Nat reads the indenture, he makes a joke. Why? What does that joke tell you about him?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403250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410565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Latham writes that Nat’s feet “seemed to beat out the words: Nine years… nine years… nine years…” What is she showing us about Nat’s inner state?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Study What's Right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TAP TO NOTICE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 and Nat walked out on the wharf and looked up at the North Star.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TAPPED WORD TEACHES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377440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432304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Mary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"Mary" is a proper noun — a person's name — and always starts with a capital letter.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953512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008376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"Nat" is a proper noun — short for Nathaniel — and always starts with a capital letter.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529584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58444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Star.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"North Star" is the name of a specific star — a proper noun — so both words are capitalized.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stood on the wharf and watched the big dipper swing around the north star in the cold night sky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stood on the wharf and watched the big dipper swing around the north star in the cold night sky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560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8346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stood on the wharf and watched the Big Dipper swing around the North Star in the cold night sky.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33101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fixes: “Nat” is a proper noun (person’s name); “Big Dipper” is the name of a specific constellation; “North Star” is the name of a specific star. All proper nouns get capital letters.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Quick Write (Optional)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89888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the indenture takes away nine years of Nat's freedom. Was signing it still the right choice for his family's situation? Defend your answer with evidence from Chapter 5.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SCAFFOLD (USE WHAT HELPS)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2186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think...   →   because...   →   One piece of evidence is...   →   This matters because...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804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the indenture takes away nine years of Nat's freedom. Was signing it still the right choice for his family's situation? Defend your answer with evidence from Chapter 5.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2743200"/>
            <a:ext cx="6035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737360" y="283464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if you need it:
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evidence is...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matters because...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20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one deliberate decision, not a full edit pass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20116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208483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revision check: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detail here I could cut because it doesn't support my point?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= improving ideas. Editing = fixing conventions. Pick ONE thing.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🗣️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thinking!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219456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share, or paste your writing in the chat.
</a:t>
            </a:r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disagree with a classmate's choice, say so respectfully — that's part of the thinking.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Roots graph / gram and meter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/ gram — from the Greek word meaning to write or to record . You find these in words about writing things down, drawing things out, or sending recorded messages. | meter — from the Greek word meaning to measure . You find this in words about measuring things — temperature, distance, speed, altitude. | paragraph → para (beside) + graph (written mark) → a section of written text beside a mark | telegram → tele (far) + gram (written/recorded) → a message recorded and sent far away | diagram → dia (across/through) + gram (written) → a drawing that explains something by showing it across the page | thermometer → thermo (heat) + meter (measure) → an instrument that measures heat | barometer → baro (weight/pressure) + meter (measure) → an instrument that measures air pressure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71907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barometer = an instrument that measures air pressure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231136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286000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autobiography = a biography written by the subject themselves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798064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2852928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= a written message sent from a distance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41071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8386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🫖 Show What You Know · Morphology
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 word from today’s lesson — autobiography , barometer , telegram , or thermometer . Explain what the roots tell you about its meaning. Then write a sentence using that word to describe something from Nat’s world in Chapter 5.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 — Decode &amp; Discover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and navigational words from Chapters 5–8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bookkeeping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careful recording of all financial transactions and accounts for a business — tracking money coming in and going out. Nat would do this for the ship chandlery.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AF6F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837944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almanac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yearly published book containing astronomical tables, calendar data, weather predictions, and navigation information. Sailors depended on almanacs to navigate across open ocean.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23744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measured in degrees north or south from the equator. Together with longitude, latitude tells a navigator exactly where on earth a ship is located.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31546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AF6F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209544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logarithm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tool that expresses a number as the power to which a base must be raised. Logarithm tables allowed sailors to replace difficult multiplication with simple addition, transforming navigation.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 — ✏️ Grammar: Verb Tense in Informational Writing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what is verb tense, and why does it matter?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— describes what already happened. Most biographies use past tense. “Nat signed the indenture and walked home alone.” Present tense — describes what is happening now, or what is always true. Often used in science writing. “A barometer measures air pressure.” Future tense — describes what will happen. Usually formed with will or shall . “Nat will spend nine years at Ropes and Hodges.” Tense shift: When a writer accidentally switches tenses within a passage — starting in past and suddenly jumping to present — it confuses the reader. Good informational writers maintain one consistent tense.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79222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“Nat signed the indenture and walked home in silence.”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  /   Present tense   /   Future tense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52374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ship chandlery sells supplies and equipment that ships need at sea.”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  /   Present tense   /   Future tense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200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25526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“Nat will spend the next nine years learning everything he can.”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  /   Present tense   /   Future tense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 — ✏️ Grammar: Verb Tense in Informational Writing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what is verb tense, and why does it matter?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7899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— describes what already happened. Most biographies use past tense. “Nat signed the indenture and walked home alone.” Present tense — describes what is happening now, or what is always true. Often used in science writing. “A barometer measures air pressure.” Future tense — describes what will happen. Usually formed with will or shall . “Nat will spend nine years at Ropes and Hodges.” Tense shift: When a writer accidentally switches tenses within a passage — starting in past and suddenly jumping to present — it confuses the reader. Good informational writers maintain one consistent tense.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79222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“Nat signed the indenture and walked home in silence.”
</a:t>
            </a:r>
            <a:pPr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Past tense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52374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ship chandlery sells supplies and equipment that ships need at sea.”
</a:t>
            </a:r>
            <a:pPr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Present tense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2004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255264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“Nat will spend the next nine years learning everything he can.”
</a:t>
            </a:r>
            <a:pPr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Future tense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Spelling — 🔤 Spelling: Syllable Division in Technical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— find the rule by looking at the pattern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207008"/>
            <a:ext cx="8046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Two main division patterns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VCV pattern (Vowel-Consonant-Vowel) — When two vowels surround a single consonant, look at the first vowel. If it’s a long vowel sound, divide before the consonant: na·val , me·ter , ba·ro . VCCV pattern (Vowel-Consonant-Consonant-Vowel) — When two consonants sit between vowels, divide between the two consonants: al·ma·nac , bar·rel , sig·nal . The discover rule: Technical words follow the same patterns as everyday words. Sound it out, mark the vowels, then divide where the pattern says to divide.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19933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4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057400"/>
            <a:ext cx="8046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Words to divide in your journal
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al·ma·nac — al (closed: short a) + ma (open: long a) + nac (closed) la·ti·tude — la (open: long a) + ti (open: long i) + tude ce·les·tial — ce + les + tial log·a·rithm — log (closed) + a + rithm 📓 Write these syllable breaks in your reading journal. Circle the consonant or consonant pair where you made each division.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Reading Focus + Story Journey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STORY JOURNEY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Nat’s Path Through Carry On, Mr. Bowditch — 📍 You are here: Chapter 5 — A Voice in the Night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197510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ARE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304288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A Voice in the Night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" y="2999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KEEP YOUR READING LENS IN MIND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46704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Nat hear in the night, and what does he think it means? What does it actually mean?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Nat reads the indenture, he makes a joke. Why? What does that joke tell you about him?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Comprehension Questions — Preview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ANSWER (PART A)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70432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hears his father’s voice in the night talking about sending him somewhere — and immediately imagines returning to school and going to Harvard. When morning comes, what does he actually discover? What is an indenture , and what does it mean for Nat’s future?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2157984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Nat reads the indenture and realizes he will spend nine years as an apprentice, he makes a joke about one of the contract’s clauses. Why does he do this? What does this moment reveal about Nat’s character — specifically about how he handles painful situations?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72384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3145536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Latham writes that as Nat walked toward Mr. Walsh’s, his feet seemed to beat out the words: “Nine years… nine years… nine years…” What technique is the author using here? Why is this more powerful than simply writing “Nat was very upset about the indenture”?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Writing Connection — Research Essay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4124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STAGE: PLAN  ·  Sketch your essay structure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that you have a claim and evidence categories, you can sketch the skeleton of your essay. Today you build the big picture before filling in details.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WATCH HOW ALEX DOES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29968"/>
            <a:ext cx="411480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084832"/>
            <a:ext cx="38404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Alex’s rough shape: Introduction (hook + Nat context + claim). Body 1 (learning despite obstacles). Body 2 (discoveries + corrections). Conclusion (why it still matters).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2029968"/>
            <a:ext cx="4114800" cy="1051560"/>
          </a:xfrm>
          <a:prstGeom prst="roundRect">
            <a:avLst>
              <a:gd name="adj" fmla="val 8696"/>
            </a:avLst>
          </a:prstGeom>
          <a:solidFill>
            <a:srgbClr val="EAF6F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2084832"/>
            <a:ext cx="38404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Alex’s skeleton (cleaner): Intro: Hook about the fog scene → Nat’s background → claim. Body 1: Subtopic = self-made scholar → evidence from Chs. 5–8. Body 2: Subtopic = making knowledge accessible → evidence from Chs. 13–20. Conclusion: Synthesize the two subtopics → broader significance.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31272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Alex doesn’t have sentences yet — just the skeleton. The skeleton tells you WHAT goes where before you spend energy on HOW to say it.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36393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TODAY’S TOOL: ESSAY SKELETON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877056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922776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boxes: Introduction, Body 1, Body 2, Conclusion. Bullet points only — no full sentences yet.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NOW YOU 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681728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470001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your essay skeleton. Four boxes: Introduction, Body 1, Body 2, Conclusion. Bullet points only.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2026-07-13T16:49:16Z</dcterms:created>
  <dcterms:modified xsi:type="dcterms:W3CDTF">2026-07-13T16:49:16Z</dcterms:modified>
</cp:coreProperties>
</file>