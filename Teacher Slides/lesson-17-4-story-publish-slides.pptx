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checklist before students submit to Canvas.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4AF6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17  ·  DAY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Edit &amp; Publish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Compiling the complete historical fiction story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Writer's Bridge  ·  Compile &amp; Publish Day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Edit &amp; Publish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been building this historical fiction story all week — opening, conflict, dialogue, and a revision pass. This page is where you edit for conventions (Capitalization, Usage, Punctuation, Spelling) and publish your complete story.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377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sentence aloud one more time. Fix what you hear, then compile your finished story below.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Editing Checklist: CUPS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2354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Capitalization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sentence starts with a capital letter. Proper nouns (character names, place names) are capitalized too.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5506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Usage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and verbs agree. Verb tense stays consistent (don’t slip between past and present).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8658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Punctuation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Sentences end with the right punctuation. Dialogue has quotation marks and correct end punctuation inside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11810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Spelling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suffix spelling changes on narrative verbs: drop-e (hope→hoping), double-consonant (run→running), y-to-i (carry→carried).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CUPS in Action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923544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 stoped and lisened.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655064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said "wait for me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CUPS in Action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923544"/>
            <a:ext cx="8046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 stoped and lisened.
</a:t>
            </a:r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The soldier stopped and listened.
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(capitalization + double-consonant spelling)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020824"/>
            <a:ext cx="8046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said "wait for me
</a:t>
            </a:r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She said, “Wait for me!”
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(comma before quote, capital inside quote, closing punctuation and quotation mark)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Compile Your Story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0E1C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23544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My Opening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Setting, character, and a sensory detail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719072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My Conflict &amp; Dialogue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+ external conflict, at least one line of dialogue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59736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514600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My Revised Section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sensory detail, dialogue, or voice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255264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310128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— Final — My Final Edited Story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all three sections into one polished story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Your Story Must Include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 historically accurate setting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63440" y="86868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0" y="914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 original character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435608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813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 real historical event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435608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4813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Internal conflict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002536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0482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External conflict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2002536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20482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Dialogue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569464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6151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Sensory description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569464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26151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Historically appropriate vocabulary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136392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1821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At least one researched detail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Reflection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8412480" cy="1828800"/>
          </a:xfrm>
          <a:prstGeom prst="roundRect">
            <a:avLst>
              <a:gd name="adj" fmla="val 5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80160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back across this whole 3-week unit, how has your understanding of "whose story gets told" changed?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Before You Submit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2354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 edited my story for capitalization — sentence beginnings and proper nouns.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904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4533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 edited my story for punctuation — end marks and dialogue punctuation.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122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1671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 edited my story for spelling, especially suffix changes on narrative verbs.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7340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7889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 compiled my final story using the button above.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355848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4107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 submitted my finished story to Canvas.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2026-07-13T03:04:01Z</dcterms:created>
  <dcterms:modified xsi:type="dcterms:W3CDTF">2026-07-13T03:04:01Z</dcterms:modified>
</cp:coreProperties>
</file>