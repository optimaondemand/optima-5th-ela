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20, Day 4, Chapter 15 — The Bending Branch of Treaty Talk.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"when isaac looked at naomi he knew she needed his help"
Corrected: "When Isaac looked at Naomi, he knew she needed his help."
Complex sentence: dependent clause first, comma, main clause. Capitalize proper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"when isaac looked at naomi he knew she needed his help"
Corrected: "When Isaac looked at Naomi, he knew she needed his help."
Complex sentence: dependent clause first, comma, main clause. Capitalize proper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15 — The Bending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Literary Response: Theme Paragraph
Task: Today is the Submit stage. Write the complete theme paragraph (5–7 sentences): topic sentence, two pieces of evidence, connecting sentences, and a closing sentence that returns to the theme in a new way. Then write one sentence: what is the hardest part about writing a theme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20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15 — The Bending Branch of Treaty Talk</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20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how a character’s role shifts when their situation changes. Isaac has been a living boy with ghost-sight. Now he is a ghost. As you read Chapter 15: how has Isaac’s role changed? What can he do now that he couldn’t do before? What has he lost?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Since Nita had become a ghost, Isaac saw her differently.</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Since  </a:t>
            </a:r>
            <a:pPr indent="0" marL="0">
              <a:buNone/>
            </a:pPr>
            <a:r>
              <a:rPr lang="en-US" sz="1150" dirty="0">
                <a:solidFill>
                  <a:srgbClr val="1E293B"/>
                </a:solidFill>
                <a:latin typeface="Calibri" pitchFamily="34" charset="0"/>
                <a:ea typeface="Calibri" pitchFamily="34" charset="-122"/>
                <a:cs typeface="Calibri" pitchFamily="34" charset="-120"/>
              </a:rPr>
              <a:t>Subordinating conjunction.</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ghost,  </a:t>
            </a:r>
            <a:pPr indent="0" marL="0">
              <a:buNone/>
            </a:pPr>
            <a:r>
              <a:rPr lang="en-US" sz="1150" dirty="0">
                <a:solidFill>
                  <a:srgbClr val="1E293B"/>
                </a:solidFill>
                <a:latin typeface="Calibri" pitchFamily="34" charset="0"/>
                <a:ea typeface="Calibri" pitchFamily="34" charset="-122"/>
                <a:cs typeface="Calibri" pitchFamily="34" charset="-120"/>
              </a:rPr>
              <a:t>Comma.</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Isaac  </a:t>
            </a:r>
            <a:pPr indent="0" marL="0">
              <a:buNone/>
            </a:pPr>
            <a:r>
              <a:rPr lang="en-US" sz="1150" dirty="0">
                <a:solidFill>
                  <a:srgbClr val="1E293B"/>
                </a:solidFill>
                <a:latin typeface="Calibri" pitchFamily="34" charset="0"/>
                <a:ea typeface="Calibri" pitchFamily="34" charset="-122"/>
                <a:cs typeface="Calibri" pitchFamily="34" charset="-120"/>
              </a:rPr>
              <a:t>Subject.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when isaac looked at naomi he knew she needed his help</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when isaac looked at naomi he knew she needed his help</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When Isaac looked at Naomi, he knew she needed his help.</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Complex sentence: dependent clause first, comma, main clause. Capitalize proper names.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I Shall Not Pass This Way Again</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Eva Rose York (early 20th c.)</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Through this toilsome world, alas!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Once and only once I pass;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If a kindness I may show,</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If a good deed I may do</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To a suffering fellow man,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Let me do it while I can.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No delay, for it is plain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shall not pass this way again.</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Choctaw people on the Trail of Tears pass through impossible suffering. People die every day. How does this poem apply to Isaac’s decision to help Naomi, even though the risk is enormous? What does “I shall not pass this way again” mean for someone on the Trail of Tears?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'Treaty Talk' bends and breaks like a branch in this chapter's title. Was the treaty ever going to protect the Choctaw people, or was it broken from the start? Defend your answer with evidence from Chapter 15.</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'Treaty Talk' bends and breaks like a branch in this chapter's title. Was the treaty ever going to protect the Choctaw people, or was it broken from the start? Defend your answer with evidence from Chapter 15.</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15 — The Bending Branch</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15 — The Bending Branch of Treaty Talk</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how a character’s role shifts when their situation changes. Isaac has been a living boy with ghost-sight. Now he is a ghost. As you read Chapter 15: how has Isaac’s role changed? What can he do now that he couldn’t do before? What has he lost?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Now that Isaac is a ghost, what can he do that he couldn’t do before? Give at least two specific examples from Chapter 15.</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and the ghost walkers begin to plan how to free Naomi. Why can’t the living people in the camp free Naomi? What does the ghost network offer that the living cannot?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Look back at Isaac’s journey from Chapter 1 to Chapter 15. Describe Isaac’s theme: what has he learned about life, death, and responsibility? Use evidence from at least three different chapters to support your answer.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Literary Response: Theme Paragraph</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the complete theme paragraph (5–7 sentences): topic sentence, two pieces of evidence, connecting sentences, and a closing sentence that returns to the theme in a new way. Then write one sentence: what is the hardest part about writing a theme paragraph?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